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omments/modernComment_10C_7F7CBDE2.xml" ContentType="application/vnd.ms-powerpoint.comments+xml"/>
  <Override PartName="/ppt/comments/modernComment_111_A75EE513.xml" ContentType="application/vnd.ms-powerpoint.comment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8" r:id="rId3"/>
    <p:sldId id="260" r:id="rId4"/>
    <p:sldId id="261" r:id="rId5"/>
    <p:sldId id="263" r:id="rId6"/>
    <p:sldId id="279" r:id="rId7"/>
    <p:sldId id="267" r:id="rId8"/>
    <p:sldId id="266" r:id="rId9"/>
    <p:sldId id="268" r:id="rId10"/>
    <p:sldId id="269" r:id="rId11"/>
    <p:sldId id="273" r:id="rId12"/>
    <p:sldId id="277" r:id="rId13"/>
    <p:sldId id="282" r:id="rId14"/>
    <p:sldId id="280" r:id="rId15"/>
    <p:sldId id="283" r:id="rId16"/>
    <p:sldId id="286" r:id="rId17"/>
    <p:sldId id="300" r:id="rId18"/>
    <p:sldId id="301" r:id="rId19"/>
    <p:sldId id="288" r:id="rId20"/>
    <p:sldId id="293" r:id="rId21"/>
    <p:sldId id="289" r:id="rId22"/>
    <p:sldId id="297" r:id="rId23"/>
    <p:sldId id="296" r:id="rId24"/>
    <p:sldId id="284" r:id="rId25"/>
    <p:sldId id="285" r:id="rId26"/>
    <p:sldId id="292" r:id="rId27"/>
    <p:sldId id="302" r:id="rId28"/>
    <p:sldId id="259" r:id="rId29"/>
    <p:sldId id="264" r:id="rId30"/>
    <p:sldId id="265" r:id="rId31"/>
    <p:sldId id="274" r:id="rId32"/>
    <p:sldId id="275" r:id="rId33"/>
    <p:sldId id="298" r:id="rId34"/>
    <p:sldId id="278" r:id="rId35"/>
    <p:sldId id="290" r:id="rId36"/>
    <p:sldId id="294" r:id="rId37"/>
    <p:sldId id="295" r:id="rId38"/>
    <p:sldId id="299"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623506C-AD77-3C36-C4CC-6E752F7C0FA1}" name="Sophie Krajmalnik" initials="SK" userId="d8473219222313f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020E79-B9AC-4783-88FC-06BC6A90EF29}" v="928" dt="2025-05-01T20:09:25.7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26" autoAdjust="0"/>
    <p:restoredTop sz="94660"/>
  </p:normalViewPr>
  <p:slideViewPr>
    <p:cSldViewPr snapToGrid="0">
      <p:cViewPr varScale="1">
        <p:scale>
          <a:sx n="111" d="100"/>
          <a:sy n="111" d="100"/>
        </p:scale>
        <p:origin x="55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8/10/relationships/authors" Target="authors.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phie Krajmalnik" userId="d8473219222313f4" providerId="LiveId" clId="{5B020E79-B9AC-4783-88FC-06BC6A90EF29}"/>
    <pc:docChg chg="undo custSel addSld delSld modSld sldOrd">
      <pc:chgData name="Sophie Krajmalnik" userId="d8473219222313f4" providerId="LiveId" clId="{5B020E79-B9AC-4783-88FC-06BC6A90EF29}" dt="2025-05-01T20:09:27.009" v="16916" actId="1076"/>
      <pc:docMkLst>
        <pc:docMk/>
      </pc:docMkLst>
      <pc:sldChg chg="addSp delSp modSp mod">
        <pc:chgData name="Sophie Krajmalnik" userId="d8473219222313f4" providerId="LiveId" clId="{5B020E79-B9AC-4783-88FC-06BC6A90EF29}" dt="2025-04-30T16:58:42.065" v="10220" actId="20577"/>
        <pc:sldMkLst>
          <pc:docMk/>
          <pc:sldMk cId="1917898827" sldId="259"/>
        </pc:sldMkLst>
        <pc:spChg chg="mod">
          <ac:chgData name="Sophie Krajmalnik" userId="d8473219222313f4" providerId="LiveId" clId="{5B020E79-B9AC-4783-88FC-06BC6A90EF29}" dt="2025-04-29T19:07:37.062" v="2882" actId="1076"/>
          <ac:spMkLst>
            <pc:docMk/>
            <pc:sldMk cId="1917898827" sldId="259"/>
            <ac:spMk id="2" creationId="{005CEA80-8098-F1DB-DCAC-38C7E4C95D98}"/>
          </ac:spMkLst>
        </pc:spChg>
        <pc:spChg chg="mod">
          <ac:chgData name="Sophie Krajmalnik" userId="d8473219222313f4" providerId="LiveId" clId="{5B020E79-B9AC-4783-88FC-06BC6A90EF29}" dt="2025-04-29T19:14:26.721" v="3063" actId="1076"/>
          <ac:spMkLst>
            <pc:docMk/>
            <pc:sldMk cId="1917898827" sldId="259"/>
            <ac:spMk id="3" creationId="{FF7A9878-6C38-FA43-50DA-CCD710787B61}"/>
          </ac:spMkLst>
        </pc:spChg>
        <pc:spChg chg="add del mod">
          <ac:chgData name="Sophie Krajmalnik" userId="d8473219222313f4" providerId="LiveId" clId="{5B020E79-B9AC-4783-88FC-06BC6A90EF29}" dt="2025-04-30T16:58:42.065" v="10220" actId="20577"/>
          <ac:spMkLst>
            <pc:docMk/>
            <pc:sldMk cId="1917898827" sldId="259"/>
            <ac:spMk id="4" creationId="{D126C665-FF7D-8FD0-EF09-B08D3104A79C}"/>
          </ac:spMkLst>
        </pc:spChg>
      </pc:sldChg>
      <pc:sldChg chg="addSp delSp modSp mod">
        <pc:chgData name="Sophie Krajmalnik" userId="d8473219222313f4" providerId="LiveId" clId="{5B020E79-B9AC-4783-88FC-06BC6A90EF29}" dt="2025-04-30T17:07:52.126" v="10601"/>
        <pc:sldMkLst>
          <pc:docMk/>
          <pc:sldMk cId="1803406342" sldId="260"/>
        </pc:sldMkLst>
        <pc:spChg chg="mod">
          <ac:chgData name="Sophie Krajmalnik" userId="d8473219222313f4" providerId="LiveId" clId="{5B020E79-B9AC-4783-88FC-06BC6A90EF29}" dt="2025-04-29T23:57:50.942" v="5971" actId="1076"/>
          <ac:spMkLst>
            <pc:docMk/>
            <pc:sldMk cId="1803406342" sldId="260"/>
            <ac:spMk id="2" creationId="{739337D8-991E-0F65-0D02-0DBF04FE4731}"/>
          </ac:spMkLst>
        </pc:spChg>
        <pc:spChg chg="add">
          <ac:chgData name="Sophie Krajmalnik" userId="d8473219222313f4" providerId="LiveId" clId="{5B020E79-B9AC-4783-88FC-06BC6A90EF29}" dt="2025-04-29T23:57:43.001" v="5969" actId="26606"/>
          <ac:spMkLst>
            <pc:docMk/>
            <pc:sldMk cId="1803406342" sldId="260"/>
            <ac:spMk id="16" creationId="{A637580D-1176-4083-A9A1-BD8ED08996EC}"/>
          </ac:spMkLst>
        </pc:spChg>
        <pc:graphicFrameChg chg="mod modGraphic">
          <ac:chgData name="Sophie Krajmalnik" userId="d8473219222313f4" providerId="LiveId" clId="{5B020E79-B9AC-4783-88FC-06BC6A90EF29}" dt="2025-04-30T17:07:52.126" v="10601"/>
          <ac:graphicFrameMkLst>
            <pc:docMk/>
            <pc:sldMk cId="1803406342" sldId="260"/>
            <ac:graphicFrameMk id="5" creationId="{F241E257-D01D-7ACA-F93D-FAA1362752D8}"/>
          </ac:graphicFrameMkLst>
        </pc:graphicFrameChg>
        <pc:cxnChg chg="add">
          <ac:chgData name="Sophie Krajmalnik" userId="d8473219222313f4" providerId="LiveId" clId="{5B020E79-B9AC-4783-88FC-06BC6A90EF29}" dt="2025-04-29T23:57:43.001" v="5969" actId="26606"/>
          <ac:cxnSpMkLst>
            <pc:docMk/>
            <pc:sldMk cId="1803406342" sldId="260"/>
            <ac:cxnSpMk id="18" creationId="{B9C96FDC-E4C2-7D8A-44BA-572E7CD9E899}"/>
          </ac:cxnSpMkLst>
        </pc:cxnChg>
      </pc:sldChg>
      <pc:sldChg chg="addSp delSp modSp mod">
        <pc:chgData name="Sophie Krajmalnik" userId="d8473219222313f4" providerId="LiveId" clId="{5B020E79-B9AC-4783-88FC-06BC6A90EF29}" dt="2025-04-29T22:55:16.826" v="4734" actId="1076"/>
        <pc:sldMkLst>
          <pc:docMk/>
          <pc:sldMk cId="282833224" sldId="263"/>
        </pc:sldMkLst>
        <pc:spChg chg="mod">
          <ac:chgData name="Sophie Krajmalnik" userId="d8473219222313f4" providerId="LiveId" clId="{5B020E79-B9AC-4783-88FC-06BC6A90EF29}" dt="2025-04-29T22:55:16.826" v="4734" actId="1076"/>
          <ac:spMkLst>
            <pc:docMk/>
            <pc:sldMk cId="282833224" sldId="263"/>
            <ac:spMk id="6" creationId="{EEE35A9A-D635-2868-8F9C-2739267C796E}"/>
          </ac:spMkLst>
        </pc:spChg>
        <pc:graphicFrameChg chg="mod">
          <ac:chgData name="Sophie Krajmalnik" userId="d8473219222313f4" providerId="LiveId" clId="{5B020E79-B9AC-4783-88FC-06BC6A90EF29}" dt="2025-04-29T18:21:22.996" v="1711" actId="1076"/>
          <ac:graphicFrameMkLst>
            <pc:docMk/>
            <pc:sldMk cId="282833224" sldId="263"/>
            <ac:graphicFrameMk id="5" creationId="{B0F71397-1BBD-47FC-E27F-CD233748112B}"/>
          </ac:graphicFrameMkLst>
        </pc:graphicFrameChg>
      </pc:sldChg>
      <pc:sldChg chg="addSp delSp modSp mod">
        <pc:chgData name="Sophie Krajmalnik" userId="d8473219222313f4" providerId="LiveId" clId="{5B020E79-B9AC-4783-88FC-06BC6A90EF29}" dt="2025-04-29T23:59:01.252" v="5988" actId="1076"/>
        <pc:sldMkLst>
          <pc:docMk/>
          <pc:sldMk cId="3660868484" sldId="266"/>
        </pc:sldMkLst>
        <pc:spChg chg="mod">
          <ac:chgData name="Sophie Krajmalnik" userId="d8473219222313f4" providerId="LiveId" clId="{5B020E79-B9AC-4783-88FC-06BC6A90EF29}" dt="2025-04-29T19:14:59.133" v="3072" actId="20577"/>
          <ac:spMkLst>
            <pc:docMk/>
            <pc:sldMk cId="3660868484" sldId="266"/>
            <ac:spMk id="2" creationId="{765DA14E-F6A1-AD3B-65E2-816472B09B49}"/>
          </ac:spMkLst>
        </pc:spChg>
        <pc:spChg chg="add mod">
          <ac:chgData name="Sophie Krajmalnik" userId="d8473219222313f4" providerId="LiveId" clId="{5B020E79-B9AC-4783-88FC-06BC6A90EF29}" dt="2025-04-29T22:50:24.999" v="4581" actId="1076"/>
          <ac:spMkLst>
            <pc:docMk/>
            <pc:sldMk cId="3660868484" sldId="266"/>
            <ac:spMk id="4" creationId="{C10B16AD-7CF4-48EC-49E1-821FB54F749A}"/>
          </ac:spMkLst>
        </pc:spChg>
        <pc:picChg chg="add mod">
          <ac:chgData name="Sophie Krajmalnik" userId="d8473219222313f4" providerId="LiveId" clId="{5B020E79-B9AC-4783-88FC-06BC6A90EF29}" dt="2025-04-29T23:59:01.252" v="5988" actId="1076"/>
          <ac:picMkLst>
            <pc:docMk/>
            <pc:sldMk cId="3660868484" sldId="266"/>
            <ac:picMk id="5" creationId="{F93B7167-41FE-8579-4F47-CE1CC224C565}"/>
          </ac:picMkLst>
        </pc:picChg>
      </pc:sldChg>
      <pc:sldChg chg="modSp mod modShow">
        <pc:chgData name="Sophie Krajmalnik" userId="d8473219222313f4" providerId="LiveId" clId="{5B020E79-B9AC-4783-88FC-06BC6A90EF29}" dt="2025-05-01T19:31:25.617" v="16750" actId="729"/>
        <pc:sldMkLst>
          <pc:docMk/>
          <pc:sldMk cId="900081670" sldId="267"/>
        </pc:sldMkLst>
        <pc:graphicFrameChg chg="mod">
          <ac:chgData name="Sophie Krajmalnik" userId="d8473219222313f4" providerId="LiveId" clId="{5B020E79-B9AC-4783-88FC-06BC6A90EF29}" dt="2025-04-30T00:32:08.004" v="6310" actId="20577"/>
          <ac:graphicFrameMkLst>
            <pc:docMk/>
            <pc:sldMk cId="900081670" sldId="267"/>
            <ac:graphicFrameMk id="5" creationId="{3F126B9B-1502-08CA-C25B-1E94D4F97363}"/>
          </ac:graphicFrameMkLst>
        </pc:graphicFrameChg>
      </pc:sldChg>
      <pc:sldChg chg="modSp mod modCm">
        <pc:chgData name="Sophie Krajmalnik" userId="d8473219222313f4" providerId="LiveId" clId="{5B020E79-B9AC-4783-88FC-06BC6A90EF29}" dt="2025-04-30T14:13:13.626" v="8470" actId="13926"/>
        <pc:sldMkLst>
          <pc:docMk/>
          <pc:sldMk cId="2138881506" sldId="268"/>
        </pc:sldMkLst>
        <pc:spChg chg="mod">
          <ac:chgData name="Sophie Krajmalnik" userId="d8473219222313f4" providerId="LiveId" clId="{5B020E79-B9AC-4783-88FC-06BC6A90EF29}" dt="2025-04-30T14:13:13.626" v="8470" actId="13926"/>
          <ac:spMkLst>
            <pc:docMk/>
            <pc:sldMk cId="2138881506" sldId="268"/>
            <ac:spMk id="3" creationId="{E51731AD-6316-C11E-F64A-0018E148943C}"/>
          </ac:spMkLst>
        </pc:spChg>
        <pc:extLst>
          <p:ext xmlns:p="http://schemas.openxmlformats.org/presentationml/2006/main" uri="{D6D511B9-2390-475A-947B-AFAB55BFBCF1}">
            <pc226:cmChg xmlns:pc226="http://schemas.microsoft.com/office/powerpoint/2022/06/main/command" chg="mod">
              <pc226:chgData name="Sophie Krajmalnik" userId="d8473219222313f4" providerId="LiveId" clId="{5B020E79-B9AC-4783-88FC-06BC6A90EF29}" dt="2025-04-30T14:06:35.549" v="8414" actId="20577"/>
              <pc2:cmMkLst xmlns:pc2="http://schemas.microsoft.com/office/powerpoint/2019/9/main/command">
                <pc:docMk/>
                <pc:sldMk cId="2138881506" sldId="268"/>
                <pc2:cmMk id="{4E241E66-DBFC-4918-B075-98620BB40CD4}"/>
              </pc2:cmMkLst>
            </pc226:cmChg>
          </p:ext>
        </pc:extLst>
      </pc:sldChg>
      <pc:sldChg chg="modSp mod modCm">
        <pc:chgData name="Sophie Krajmalnik" userId="d8473219222313f4" providerId="LiveId" clId="{5B020E79-B9AC-4783-88FC-06BC6A90EF29}" dt="2025-04-30T14:35:33.327" v="8933" actId="13926"/>
        <pc:sldMkLst>
          <pc:docMk/>
          <pc:sldMk cId="2808014099" sldId="273"/>
        </pc:sldMkLst>
        <pc:spChg chg="mod">
          <ac:chgData name="Sophie Krajmalnik" userId="d8473219222313f4" providerId="LiveId" clId="{5B020E79-B9AC-4783-88FC-06BC6A90EF29}" dt="2025-04-30T14:35:33.327" v="8933" actId="13926"/>
          <ac:spMkLst>
            <pc:docMk/>
            <pc:sldMk cId="2808014099" sldId="273"/>
            <ac:spMk id="3" creationId="{E4595778-D080-023D-FC74-3FCE9BF5507A}"/>
          </ac:spMkLst>
        </pc:spChg>
        <pc:spChg chg="mod">
          <ac:chgData name="Sophie Krajmalnik" userId="d8473219222313f4" providerId="LiveId" clId="{5B020E79-B9AC-4783-88FC-06BC6A90EF29}" dt="2025-04-29T18:17:26.625" v="1256" actId="20577"/>
          <ac:spMkLst>
            <pc:docMk/>
            <pc:sldMk cId="2808014099" sldId="273"/>
            <ac:spMk id="4" creationId="{F3AF4FD7-0AA5-D42E-A3DE-B4CC340E59E1}"/>
          </ac:spMkLst>
        </pc:spChg>
        <pc:extLst>
          <p:ext xmlns:p="http://schemas.openxmlformats.org/presentationml/2006/main" uri="{D6D511B9-2390-475A-947B-AFAB55BFBCF1}">
            <pc226:cmChg xmlns:pc226="http://schemas.microsoft.com/office/powerpoint/2022/06/main/command" chg="mod">
              <pc226:chgData name="Sophie Krajmalnik" userId="d8473219222313f4" providerId="LiveId" clId="{5B020E79-B9AC-4783-88FC-06BC6A90EF29}" dt="2025-04-30T14:32:35.210" v="8834" actId="20577"/>
              <pc2:cmMkLst xmlns:pc2="http://schemas.microsoft.com/office/powerpoint/2019/9/main/command">
                <pc:docMk/>
                <pc:sldMk cId="2808014099" sldId="273"/>
                <pc2:cmMk id="{0603BC1C-4016-436D-B856-92909DAA3A20}"/>
              </pc2:cmMkLst>
            </pc226:cmChg>
          </p:ext>
        </pc:extLst>
      </pc:sldChg>
      <pc:sldChg chg="ord">
        <pc:chgData name="Sophie Krajmalnik" userId="d8473219222313f4" providerId="LiveId" clId="{5B020E79-B9AC-4783-88FC-06BC6A90EF29}" dt="2025-05-01T02:30:28.493" v="16105"/>
        <pc:sldMkLst>
          <pc:docMk/>
          <pc:sldMk cId="1916605145" sldId="274"/>
        </pc:sldMkLst>
      </pc:sldChg>
      <pc:sldChg chg="addSp delSp modSp mod">
        <pc:chgData name="Sophie Krajmalnik" userId="d8473219222313f4" providerId="LiveId" clId="{5B020E79-B9AC-4783-88FC-06BC6A90EF29}" dt="2025-04-29T18:23:13.813" v="1728" actId="14100"/>
        <pc:sldMkLst>
          <pc:docMk/>
          <pc:sldMk cId="4257807311" sldId="275"/>
        </pc:sldMkLst>
        <pc:spChg chg="add mod">
          <ac:chgData name="Sophie Krajmalnik" userId="d8473219222313f4" providerId="LiveId" clId="{5B020E79-B9AC-4783-88FC-06BC6A90EF29}" dt="2025-04-29T18:20:00.113" v="1686" actId="1076"/>
          <ac:spMkLst>
            <pc:docMk/>
            <pc:sldMk cId="4257807311" sldId="275"/>
            <ac:spMk id="3" creationId="{300F75FA-667D-55A0-E023-07C8224C9778}"/>
          </ac:spMkLst>
        </pc:spChg>
        <pc:picChg chg="add mod">
          <ac:chgData name="Sophie Krajmalnik" userId="d8473219222313f4" providerId="LiveId" clId="{5B020E79-B9AC-4783-88FC-06BC6A90EF29}" dt="2025-04-29T18:23:13.813" v="1728" actId="14100"/>
          <ac:picMkLst>
            <pc:docMk/>
            <pc:sldMk cId="4257807311" sldId="275"/>
            <ac:picMk id="6" creationId="{BA67209C-9D5E-5169-8E01-51973124BE6D}"/>
          </ac:picMkLst>
        </pc:picChg>
      </pc:sldChg>
      <pc:sldChg chg="del">
        <pc:chgData name="Sophie Krajmalnik" userId="d8473219222313f4" providerId="LiveId" clId="{5B020E79-B9AC-4783-88FC-06BC6A90EF29}" dt="2025-04-29T17:51:22.307" v="247" actId="2696"/>
        <pc:sldMkLst>
          <pc:docMk/>
          <pc:sldMk cId="863774527" sldId="276"/>
        </pc:sldMkLst>
      </pc:sldChg>
      <pc:sldChg chg="addSp delSp modSp new mod modAnim">
        <pc:chgData name="Sophie Krajmalnik" userId="d8473219222313f4" providerId="LiveId" clId="{5B020E79-B9AC-4783-88FC-06BC6A90EF29}" dt="2025-04-30T17:50:54.775" v="13741" actId="20577"/>
        <pc:sldMkLst>
          <pc:docMk/>
          <pc:sldMk cId="393739007" sldId="277"/>
        </pc:sldMkLst>
        <pc:spChg chg="add mod">
          <ac:chgData name="Sophie Krajmalnik" userId="d8473219222313f4" providerId="LiveId" clId="{5B020E79-B9AC-4783-88FC-06BC6A90EF29}" dt="2025-04-30T14:30:26.183" v="8612" actId="1582"/>
          <ac:spMkLst>
            <pc:docMk/>
            <pc:sldMk cId="393739007" sldId="277"/>
            <ac:spMk id="2" creationId="{F5F3A1E2-81D7-A525-E2D5-D18F38F6DC73}"/>
          </ac:spMkLst>
        </pc:spChg>
        <pc:spChg chg="add mod">
          <ac:chgData name="Sophie Krajmalnik" userId="d8473219222313f4" providerId="LiveId" clId="{5B020E79-B9AC-4783-88FC-06BC6A90EF29}" dt="2025-04-30T17:50:54.775" v="13741" actId="20577"/>
          <ac:spMkLst>
            <pc:docMk/>
            <pc:sldMk cId="393739007" sldId="277"/>
            <ac:spMk id="3" creationId="{76E95657-C4B3-2495-73C2-E18B1344D4E6}"/>
          </ac:spMkLst>
        </pc:spChg>
        <pc:spChg chg="add mod">
          <ac:chgData name="Sophie Krajmalnik" userId="d8473219222313f4" providerId="LiveId" clId="{5B020E79-B9AC-4783-88FC-06BC6A90EF29}" dt="2025-04-29T18:25:26.583" v="1855" actId="1076"/>
          <ac:spMkLst>
            <pc:docMk/>
            <pc:sldMk cId="393739007" sldId="277"/>
            <ac:spMk id="4" creationId="{AE0F96F8-9A81-BC92-67F8-9853BF7ECAA7}"/>
          </ac:spMkLst>
        </pc:spChg>
        <pc:spChg chg="add mod">
          <ac:chgData name="Sophie Krajmalnik" userId="d8473219222313f4" providerId="LiveId" clId="{5B020E79-B9AC-4783-88FC-06BC6A90EF29}" dt="2025-04-30T14:33:03.184" v="8835" actId="1076"/>
          <ac:spMkLst>
            <pc:docMk/>
            <pc:sldMk cId="393739007" sldId="277"/>
            <ac:spMk id="5" creationId="{64DD0196-4CA0-C331-02BA-CDC20D9B5B01}"/>
          </ac:spMkLst>
        </pc:spChg>
        <pc:spChg chg="add mod">
          <ac:chgData name="Sophie Krajmalnik" userId="d8473219222313f4" providerId="LiveId" clId="{5B020E79-B9AC-4783-88FC-06BC6A90EF29}" dt="2025-04-29T17:59:21.774" v="862" actId="1076"/>
          <ac:spMkLst>
            <pc:docMk/>
            <pc:sldMk cId="393739007" sldId="277"/>
            <ac:spMk id="6" creationId="{09D75370-3BB2-3A8F-83CC-E911BAACDAE3}"/>
          </ac:spMkLst>
        </pc:spChg>
        <pc:spChg chg="add mod">
          <ac:chgData name="Sophie Krajmalnik" userId="d8473219222313f4" providerId="LiveId" clId="{5B020E79-B9AC-4783-88FC-06BC6A90EF29}" dt="2025-04-30T14:33:39.419" v="8841" actId="1076"/>
          <ac:spMkLst>
            <pc:docMk/>
            <pc:sldMk cId="393739007" sldId="277"/>
            <ac:spMk id="7" creationId="{9589BAE8-FECE-D3E3-A5A8-9250D76CA359}"/>
          </ac:spMkLst>
        </pc:spChg>
        <pc:spChg chg="add mod">
          <ac:chgData name="Sophie Krajmalnik" userId="d8473219222313f4" providerId="LiveId" clId="{5B020E79-B9AC-4783-88FC-06BC6A90EF29}" dt="2025-04-29T18:00:50.281" v="929" actId="1076"/>
          <ac:spMkLst>
            <pc:docMk/>
            <pc:sldMk cId="393739007" sldId="277"/>
            <ac:spMk id="8" creationId="{5DD28BA7-9A91-CBAA-2CD4-63B0A4DC67EC}"/>
          </ac:spMkLst>
        </pc:spChg>
        <pc:spChg chg="add mod">
          <ac:chgData name="Sophie Krajmalnik" userId="d8473219222313f4" providerId="LiveId" clId="{5B020E79-B9AC-4783-88FC-06BC6A90EF29}" dt="2025-04-29T18:25:21.778" v="1853" actId="14100"/>
          <ac:spMkLst>
            <pc:docMk/>
            <pc:sldMk cId="393739007" sldId="277"/>
            <ac:spMk id="9" creationId="{107A2CD0-2D88-DD3A-6C05-187CF08CC2D2}"/>
          </ac:spMkLst>
        </pc:spChg>
        <pc:spChg chg="add mod">
          <ac:chgData name="Sophie Krajmalnik" userId="d8473219222313f4" providerId="LiveId" clId="{5B020E79-B9AC-4783-88FC-06BC6A90EF29}" dt="2025-04-30T14:33:14.066" v="8837" actId="1076"/>
          <ac:spMkLst>
            <pc:docMk/>
            <pc:sldMk cId="393739007" sldId="277"/>
            <ac:spMk id="10" creationId="{7070C063-BF60-536F-BA99-078EDAF44782}"/>
          </ac:spMkLst>
        </pc:spChg>
        <pc:spChg chg="add">
          <ac:chgData name="Sophie Krajmalnik" userId="d8473219222313f4" providerId="LiveId" clId="{5B020E79-B9AC-4783-88FC-06BC6A90EF29}" dt="2025-04-29T18:24:58.076" v="1847"/>
          <ac:spMkLst>
            <pc:docMk/>
            <pc:sldMk cId="393739007" sldId="277"/>
            <ac:spMk id="11" creationId="{09165CEA-D3B5-2582-C155-C78B5F32AA52}"/>
          </ac:spMkLst>
        </pc:spChg>
        <pc:spChg chg="add mod">
          <ac:chgData name="Sophie Krajmalnik" userId="d8473219222313f4" providerId="LiveId" clId="{5B020E79-B9AC-4783-88FC-06BC6A90EF29}" dt="2025-04-30T14:33:45.933" v="8843" actId="1076"/>
          <ac:spMkLst>
            <pc:docMk/>
            <pc:sldMk cId="393739007" sldId="277"/>
            <ac:spMk id="13" creationId="{62B55782-694A-FA02-6D33-2E7281E3F6F7}"/>
          </ac:spMkLst>
        </pc:spChg>
        <pc:spChg chg="add mod">
          <ac:chgData name="Sophie Krajmalnik" userId="d8473219222313f4" providerId="LiveId" clId="{5B020E79-B9AC-4783-88FC-06BC6A90EF29}" dt="2025-04-30T14:33:52.377" v="8845" actId="1076"/>
          <ac:spMkLst>
            <pc:docMk/>
            <pc:sldMk cId="393739007" sldId="277"/>
            <ac:spMk id="14" creationId="{80370E9C-D61E-52A1-78E3-E376B4412FC8}"/>
          </ac:spMkLst>
        </pc:spChg>
        <pc:picChg chg="add mod ord">
          <ac:chgData name="Sophie Krajmalnik" userId="d8473219222313f4" providerId="LiveId" clId="{5B020E79-B9AC-4783-88FC-06BC6A90EF29}" dt="2025-04-30T14:25:55.951" v="8607" actId="1036"/>
          <ac:picMkLst>
            <pc:docMk/>
            <pc:sldMk cId="393739007" sldId="277"/>
            <ac:picMk id="12" creationId="{6B405ECE-995C-64AD-55BE-2B6EDC2A3D9C}"/>
          </ac:picMkLst>
        </pc:picChg>
      </pc:sldChg>
      <pc:sldChg chg="addSp delSp modSp new mod">
        <pc:chgData name="Sophie Krajmalnik" userId="d8473219222313f4" providerId="LiveId" clId="{5B020E79-B9AC-4783-88FC-06BC6A90EF29}" dt="2025-04-29T18:26:44.051" v="1880" actId="167"/>
        <pc:sldMkLst>
          <pc:docMk/>
          <pc:sldMk cId="4096346310" sldId="278"/>
        </pc:sldMkLst>
        <pc:spChg chg="mod">
          <ac:chgData name="Sophie Krajmalnik" userId="d8473219222313f4" providerId="LiveId" clId="{5B020E79-B9AC-4783-88FC-06BC6A90EF29}" dt="2025-04-29T18:15:28.014" v="1069" actId="20577"/>
          <ac:spMkLst>
            <pc:docMk/>
            <pc:sldMk cId="4096346310" sldId="278"/>
            <ac:spMk id="2" creationId="{32000FE3-1019-54C7-F394-7BCBA70E182C}"/>
          </ac:spMkLst>
        </pc:spChg>
        <pc:spChg chg="add mod">
          <ac:chgData name="Sophie Krajmalnik" userId="d8473219222313f4" providerId="LiveId" clId="{5B020E79-B9AC-4783-88FC-06BC6A90EF29}" dt="2025-04-29T18:16:59.462" v="1238" actId="1076"/>
          <ac:spMkLst>
            <pc:docMk/>
            <pc:sldMk cId="4096346310" sldId="278"/>
            <ac:spMk id="10" creationId="{300A4FF4-7813-E146-B1A7-E3B80D65C8AF}"/>
          </ac:spMkLst>
        </pc:spChg>
        <pc:spChg chg="add mod">
          <ac:chgData name="Sophie Krajmalnik" userId="d8473219222313f4" providerId="LiveId" clId="{5B020E79-B9AC-4783-88FC-06BC6A90EF29}" dt="2025-04-29T18:19:04.592" v="1502" actId="14100"/>
          <ac:spMkLst>
            <pc:docMk/>
            <pc:sldMk cId="4096346310" sldId="278"/>
            <ac:spMk id="13" creationId="{DA3F094E-8FDC-8936-470F-B31151C7EC6B}"/>
          </ac:spMkLst>
        </pc:spChg>
        <pc:picChg chg="add mod ord">
          <ac:chgData name="Sophie Krajmalnik" userId="d8473219222313f4" providerId="LiveId" clId="{5B020E79-B9AC-4783-88FC-06BC6A90EF29}" dt="2025-04-29T18:26:44.051" v="1880" actId="167"/>
          <ac:picMkLst>
            <pc:docMk/>
            <pc:sldMk cId="4096346310" sldId="278"/>
            <ac:picMk id="15" creationId="{ABA7EFFF-B2C5-B1D5-CC80-6E7F3DB2141E}"/>
          </ac:picMkLst>
        </pc:picChg>
        <pc:cxnChg chg="add mod">
          <ac:chgData name="Sophie Krajmalnik" userId="d8473219222313f4" providerId="LiveId" clId="{5B020E79-B9AC-4783-88FC-06BC6A90EF29}" dt="2025-04-29T18:16:04.141" v="1076" actId="1582"/>
          <ac:cxnSpMkLst>
            <pc:docMk/>
            <pc:sldMk cId="4096346310" sldId="278"/>
            <ac:cxnSpMk id="8" creationId="{B9B4ECCA-36D4-3E8B-0F9C-20FB0BDF22C5}"/>
          </ac:cxnSpMkLst>
        </pc:cxnChg>
        <pc:cxnChg chg="add mod">
          <ac:chgData name="Sophie Krajmalnik" userId="d8473219222313f4" providerId="LiveId" clId="{5B020E79-B9AC-4783-88FC-06BC6A90EF29}" dt="2025-04-29T18:17:42.848" v="1260" actId="1076"/>
          <ac:cxnSpMkLst>
            <pc:docMk/>
            <pc:sldMk cId="4096346310" sldId="278"/>
            <ac:cxnSpMk id="11" creationId="{4EBE03A9-5AAA-DD0D-F366-879A9EE5A273}"/>
          </ac:cxnSpMkLst>
        </pc:cxnChg>
      </pc:sldChg>
      <pc:sldChg chg="addSp modSp new mod">
        <pc:chgData name="Sophie Krajmalnik" userId="d8473219222313f4" providerId="LiveId" clId="{5B020E79-B9AC-4783-88FC-06BC6A90EF29}" dt="2025-04-30T14:40:36.831" v="8970" actId="20577"/>
        <pc:sldMkLst>
          <pc:docMk/>
          <pc:sldMk cId="2667809020" sldId="279"/>
        </pc:sldMkLst>
        <pc:spChg chg="mod">
          <ac:chgData name="Sophie Krajmalnik" userId="d8473219222313f4" providerId="LiveId" clId="{5B020E79-B9AC-4783-88FC-06BC6A90EF29}" dt="2025-04-29T18:21:09.214" v="1706" actId="1076"/>
          <ac:spMkLst>
            <pc:docMk/>
            <pc:sldMk cId="2667809020" sldId="279"/>
            <ac:spMk id="2" creationId="{6AB8DBA2-257F-50CF-EA77-37A4806160AA}"/>
          </ac:spMkLst>
        </pc:spChg>
        <pc:spChg chg="mod">
          <ac:chgData name="Sophie Krajmalnik" userId="d8473219222313f4" providerId="LiveId" clId="{5B020E79-B9AC-4783-88FC-06BC6A90EF29}" dt="2025-04-30T14:40:36.831" v="8970" actId="20577"/>
          <ac:spMkLst>
            <pc:docMk/>
            <pc:sldMk cId="2667809020" sldId="279"/>
            <ac:spMk id="3" creationId="{DB484158-2834-EBC1-A280-F9F7F203BAA5}"/>
          </ac:spMkLst>
        </pc:spChg>
        <pc:spChg chg="add mod">
          <ac:chgData name="Sophie Krajmalnik" userId="d8473219222313f4" providerId="LiveId" clId="{5B020E79-B9AC-4783-88FC-06BC6A90EF29}" dt="2025-04-29T18:55:45.037" v="1882" actId="14100"/>
          <ac:spMkLst>
            <pc:docMk/>
            <pc:sldMk cId="2667809020" sldId="279"/>
            <ac:spMk id="4" creationId="{9DF075B4-56F2-2973-A77F-7AA9EFDCBF67}"/>
          </ac:spMkLst>
        </pc:spChg>
      </pc:sldChg>
      <pc:sldChg chg="addSp modSp new mod ord">
        <pc:chgData name="Sophie Krajmalnik" userId="d8473219222313f4" providerId="LiveId" clId="{5B020E79-B9AC-4783-88FC-06BC6A90EF29}" dt="2025-05-01T01:35:15.659" v="15363" actId="20577"/>
        <pc:sldMkLst>
          <pc:docMk/>
          <pc:sldMk cId="3227399648" sldId="280"/>
        </pc:sldMkLst>
        <pc:spChg chg="mod">
          <ac:chgData name="Sophie Krajmalnik" userId="d8473219222313f4" providerId="LiveId" clId="{5B020E79-B9AC-4783-88FC-06BC6A90EF29}" dt="2025-04-29T22:36:29.599" v="3718" actId="1076"/>
          <ac:spMkLst>
            <pc:docMk/>
            <pc:sldMk cId="3227399648" sldId="280"/>
            <ac:spMk id="2" creationId="{E6545FBF-4F70-CE3F-3C97-AD64CE0D909C}"/>
          </ac:spMkLst>
        </pc:spChg>
        <pc:spChg chg="mod">
          <ac:chgData name="Sophie Krajmalnik" userId="d8473219222313f4" providerId="LiveId" clId="{5B020E79-B9AC-4783-88FC-06BC6A90EF29}" dt="2025-05-01T01:35:15.659" v="15363" actId="20577"/>
          <ac:spMkLst>
            <pc:docMk/>
            <pc:sldMk cId="3227399648" sldId="280"/>
            <ac:spMk id="3" creationId="{0B4D2F4F-6349-8F9A-0536-F29D5204291F}"/>
          </ac:spMkLst>
        </pc:spChg>
        <pc:spChg chg="add mod">
          <ac:chgData name="Sophie Krajmalnik" userId="d8473219222313f4" providerId="LiveId" clId="{5B020E79-B9AC-4783-88FC-06BC6A90EF29}" dt="2025-04-29T23:52:34.388" v="5734" actId="20577"/>
          <ac:spMkLst>
            <pc:docMk/>
            <pc:sldMk cId="3227399648" sldId="280"/>
            <ac:spMk id="4" creationId="{C6AAD6CD-1914-8320-5F02-DAF62707E6FD}"/>
          </ac:spMkLst>
        </pc:spChg>
      </pc:sldChg>
      <pc:sldChg chg="modSp new del mod">
        <pc:chgData name="Sophie Krajmalnik" userId="d8473219222313f4" providerId="LiveId" clId="{5B020E79-B9AC-4783-88FC-06BC6A90EF29}" dt="2025-04-29T19:15:40.031" v="3108" actId="2696"/>
        <pc:sldMkLst>
          <pc:docMk/>
          <pc:sldMk cId="2544677708" sldId="281"/>
        </pc:sldMkLst>
      </pc:sldChg>
      <pc:sldChg chg="addSp delSp modSp add mod ord">
        <pc:chgData name="Sophie Krajmalnik" userId="d8473219222313f4" providerId="LiveId" clId="{5B020E79-B9AC-4783-88FC-06BC6A90EF29}" dt="2025-04-29T22:50:29.782" v="4582"/>
        <pc:sldMkLst>
          <pc:docMk/>
          <pc:sldMk cId="1011180363" sldId="282"/>
        </pc:sldMkLst>
        <pc:spChg chg="mod">
          <ac:chgData name="Sophie Krajmalnik" userId="d8473219222313f4" providerId="LiveId" clId="{5B020E79-B9AC-4783-88FC-06BC6A90EF29}" dt="2025-04-29T19:15:49.468" v="3136" actId="20577"/>
          <ac:spMkLst>
            <pc:docMk/>
            <pc:sldMk cId="1011180363" sldId="282"/>
            <ac:spMk id="2" creationId="{25C1085B-6520-7D6C-C78A-6398B562F3AB}"/>
          </ac:spMkLst>
        </pc:spChg>
        <pc:spChg chg="add mod">
          <ac:chgData name="Sophie Krajmalnik" userId="d8473219222313f4" providerId="LiveId" clId="{5B020E79-B9AC-4783-88FC-06BC6A90EF29}" dt="2025-04-29T22:50:29.782" v="4582"/>
          <ac:spMkLst>
            <pc:docMk/>
            <pc:sldMk cId="1011180363" sldId="282"/>
            <ac:spMk id="5" creationId="{EE6CE62D-BAC5-A004-6F6E-CB4F9680272E}"/>
          </ac:spMkLst>
        </pc:spChg>
        <pc:picChg chg="add mod">
          <ac:chgData name="Sophie Krajmalnik" userId="d8473219222313f4" providerId="LiveId" clId="{5B020E79-B9AC-4783-88FC-06BC6A90EF29}" dt="2025-04-29T19:16:27.378" v="3144" actId="1076"/>
          <ac:picMkLst>
            <pc:docMk/>
            <pc:sldMk cId="1011180363" sldId="282"/>
            <ac:picMk id="4" creationId="{D501ACAB-A47A-1356-0D8C-5173A8ADB232}"/>
          </ac:picMkLst>
        </pc:picChg>
      </pc:sldChg>
      <pc:sldChg chg="addSp delSp modSp new mod">
        <pc:chgData name="Sophie Krajmalnik" userId="d8473219222313f4" providerId="LiveId" clId="{5B020E79-B9AC-4783-88FC-06BC6A90EF29}" dt="2025-05-01T01:07:33.846" v="14475" actId="1076"/>
        <pc:sldMkLst>
          <pc:docMk/>
          <pc:sldMk cId="3466448746" sldId="283"/>
        </pc:sldMkLst>
        <pc:spChg chg="add mod">
          <ac:chgData name="Sophie Krajmalnik" userId="d8473219222313f4" providerId="LiveId" clId="{5B020E79-B9AC-4783-88FC-06BC6A90EF29}" dt="2025-05-01T00:58:56.170" v="14458" actId="1076"/>
          <ac:spMkLst>
            <pc:docMk/>
            <pc:sldMk cId="3466448746" sldId="283"/>
            <ac:spMk id="6" creationId="{6781A751-B0F1-C39C-CB55-F70732D15753}"/>
          </ac:spMkLst>
        </pc:spChg>
        <pc:spChg chg="add mod">
          <ac:chgData name="Sophie Krajmalnik" userId="d8473219222313f4" providerId="LiveId" clId="{5B020E79-B9AC-4783-88FC-06BC6A90EF29}" dt="2025-05-01T00:58:31.033" v="14454" actId="1076"/>
          <ac:spMkLst>
            <pc:docMk/>
            <pc:sldMk cId="3466448746" sldId="283"/>
            <ac:spMk id="7" creationId="{B25D9F08-755E-799D-8E7A-1A98BA38C802}"/>
          </ac:spMkLst>
        </pc:spChg>
        <pc:spChg chg="add mod">
          <ac:chgData name="Sophie Krajmalnik" userId="d8473219222313f4" providerId="LiveId" clId="{5B020E79-B9AC-4783-88FC-06BC6A90EF29}" dt="2025-05-01T00:58:46.109" v="14455" actId="1076"/>
          <ac:spMkLst>
            <pc:docMk/>
            <pc:sldMk cId="3466448746" sldId="283"/>
            <ac:spMk id="8" creationId="{1076163D-3529-082C-AF90-AC79542AC210}"/>
          </ac:spMkLst>
        </pc:spChg>
        <pc:spChg chg="add del mod">
          <ac:chgData name="Sophie Krajmalnik" userId="d8473219222313f4" providerId="LiveId" clId="{5B020E79-B9AC-4783-88FC-06BC6A90EF29}" dt="2025-04-29T22:43:27.741" v="4313" actId="21"/>
          <ac:spMkLst>
            <pc:docMk/>
            <pc:sldMk cId="3466448746" sldId="283"/>
            <ac:spMk id="12" creationId="{7E586E02-C01E-C439-C9E3-5CA794A66597}"/>
          </ac:spMkLst>
        </pc:spChg>
        <pc:spChg chg="add mod">
          <ac:chgData name="Sophie Krajmalnik" userId="d8473219222313f4" providerId="LiveId" clId="{5B020E79-B9AC-4783-88FC-06BC6A90EF29}" dt="2025-05-01T00:58:50.969" v="14457" actId="1076"/>
          <ac:spMkLst>
            <pc:docMk/>
            <pc:sldMk cId="3466448746" sldId="283"/>
            <ac:spMk id="13" creationId="{5A5C2F76-DEBF-2947-73B2-8F65F95949E1}"/>
          </ac:spMkLst>
        </pc:spChg>
        <pc:spChg chg="add mod">
          <ac:chgData name="Sophie Krajmalnik" userId="d8473219222313f4" providerId="LiveId" clId="{5B020E79-B9AC-4783-88FC-06BC6A90EF29}" dt="2025-04-29T22:41:53.005" v="4287" actId="207"/>
          <ac:spMkLst>
            <pc:docMk/>
            <pc:sldMk cId="3466448746" sldId="283"/>
            <ac:spMk id="14" creationId="{DD4779D7-7383-8EF5-33D6-77EE41FCEFB1}"/>
          </ac:spMkLst>
        </pc:spChg>
        <pc:spChg chg="add mod">
          <ac:chgData name="Sophie Krajmalnik" userId="d8473219222313f4" providerId="LiveId" clId="{5B020E79-B9AC-4783-88FC-06BC6A90EF29}" dt="2025-05-01T01:00:25.279" v="14461" actId="1076"/>
          <ac:spMkLst>
            <pc:docMk/>
            <pc:sldMk cId="3466448746" sldId="283"/>
            <ac:spMk id="15" creationId="{1BF959C3-B0E5-EF11-CFC2-B8FF4DF537C8}"/>
          </ac:spMkLst>
        </pc:spChg>
        <pc:spChg chg="add mod">
          <ac:chgData name="Sophie Krajmalnik" userId="d8473219222313f4" providerId="LiveId" clId="{5B020E79-B9AC-4783-88FC-06BC6A90EF29}" dt="2025-04-29T22:42:41.022" v="4304" actId="20577"/>
          <ac:spMkLst>
            <pc:docMk/>
            <pc:sldMk cId="3466448746" sldId="283"/>
            <ac:spMk id="16" creationId="{AA5C27DF-74ED-6B8B-9B26-FAA13F35E4B9}"/>
          </ac:spMkLst>
        </pc:spChg>
        <pc:spChg chg="add mod">
          <ac:chgData name="Sophie Krajmalnik" userId="d8473219222313f4" providerId="LiveId" clId="{5B020E79-B9AC-4783-88FC-06BC6A90EF29}" dt="2025-05-01T01:00:37.329" v="14462" actId="1076"/>
          <ac:spMkLst>
            <pc:docMk/>
            <pc:sldMk cId="3466448746" sldId="283"/>
            <ac:spMk id="17" creationId="{CDA89E0A-5CB4-BEA4-62F4-76C8872B1B4E}"/>
          </ac:spMkLst>
        </pc:spChg>
        <pc:spChg chg="add mod">
          <ac:chgData name="Sophie Krajmalnik" userId="d8473219222313f4" providerId="LiveId" clId="{5B020E79-B9AC-4783-88FC-06BC6A90EF29}" dt="2025-04-29T22:43:44.076" v="4327" actId="207"/>
          <ac:spMkLst>
            <pc:docMk/>
            <pc:sldMk cId="3466448746" sldId="283"/>
            <ac:spMk id="18" creationId="{D6B743AD-D891-4504-50B8-010DA50E943E}"/>
          </ac:spMkLst>
        </pc:spChg>
        <pc:spChg chg="add mod">
          <ac:chgData name="Sophie Krajmalnik" userId="d8473219222313f4" providerId="LiveId" clId="{5B020E79-B9AC-4783-88FC-06BC6A90EF29}" dt="2025-05-01T01:07:26.294" v="14472" actId="1076"/>
          <ac:spMkLst>
            <pc:docMk/>
            <pc:sldMk cId="3466448746" sldId="283"/>
            <ac:spMk id="19" creationId="{C6F8D175-B712-F764-DC2B-4CBB401B140A}"/>
          </ac:spMkLst>
        </pc:spChg>
        <pc:spChg chg="add mod">
          <ac:chgData name="Sophie Krajmalnik" userId="d8473219222313f4" providerId="LiveId" clId="{5B020E79-B9AC-4783-88FC-06BC6A90EF29}" dt="2025-05-01T01:06:58.815" v="14467" actId="14100"/>
          <ac:spMkLst>
            <pc:docMk/>
            <pc:sldMk cId="3466448746" sldId="283"/>
            <ac:spMk id="20" creationId="{772540C6-ADD1-E35E-0D54-AC13E6F9E487}"/>
          </ac:spMkLst>
        </pc:spChg>
        <pc:spChg chg="add mod">
          <ac:chgData name="Sophie Krajmalnik" userId="d8473219222313f4" providerId="LiveId" clId="{5B020E79-B9AC-4783-88FC-06BC6A90EF29}" dt="2025-04-29T22:54:11.646" v="4640" actId="20577"/>
          <ac:spMkLst>
            <pc:docMk/>
            <pc:sldMk cId="3466448746" sldId="283"/>
            <ac:spMk id="21" creationId="{BE0DAB40-BA46-FC00-FE38-C34284AB5CA4}"/>
          </ac:spMkLst>
        </pc:spChg>
        <pc:spChg chg="add mod">
          <ac:chgData name="Sophie Krajmalnik" userId="d8473219222313f4" providerId="LiveId" clId="{5B020E79-B9AC-4783-88FC-06BC6A90EF29}" dt="2025-05-01T01:07:33.846" v="14475" actId="1076"/>
          <ac:spMkLst>
            <pc:docMk/>
            <pc:sldMk cId="3466448746" sldId="283"/>
            <ac:spMk id="22" creationId="{2AF70639-E3CA-3B17-84D8-F7EB6DACDF9B}"/>
          </ac:spMkLst>
        </pc:spChg>
        <pc:spChg chg="add mod">
          <ac:chgData name="Sophie Krajmalnik" userId="d8473219222313f4" providerId="LiveId" clId="{5B020E79-B9AC-4783-88FC-06BC6A90EF29}" dt="2025-04-29T22:56:12.346" v="4764" actId="207"/>
          <ac:spMkLst>
            <pc:docMk/>
            <pc:sldMk cId="3466448746" sldId="283"/>
            <ac:spMk id="23" creationId="{D4D40348-EE51-FD37-6155-A2F655942074}"/>
          </ac:spMkLst>
        </pc:spChg>
        <pc:spChg chg="add mod">
          <ac:chgData name="Sophie Krajmalnik" userId="d8473219222313f4" providerId="LiveId" clId="{5B020E79-B9AC-4783-88FC-06BC6A90EF29}" dt="2025-05-01T01:07:30.567" v="14474" actId="1076"/>
          <ac:spMkLst>
            <pc:docMk/>
            <pc:sldMk cId="3466448746" sldId="283"/>
            <ac:spMk id="24" creationId="{363A7701-7865-EA4C-82C2-DDF797DCDC05}"/>
          </ac:spMkLst>
        </pc:spChg>
        <pc:spChg chg="add mod">
          <ac:chgData name="Sophie Krajmalnik" userId="d8473219222313f4" providerId="LiveId" clId="{5B020E79-B9AC-4783-88FC-06BC6A90EF29}" dt="2025-04-29T22:56:57.098" v="4800" actId="207"/>
          <ac:spMkLst>
            <pc:docMk/>
            <pc:sldMk cId="3466448746" sldId="283"/>
            <ac:spMk id="25" creationId="{83D2805C-B7C5-17AA-7C6D-73DFBB580337}"/>
          </ac:spMkLst>
        </pc:spChg>
        <pc:picChg chg="add mod ord modCrop">
          <ac:chgData name="Sophie Krajmalnik" userId="d8473219222313f4" providerId="LiveId" clId="{5B020E79-B9AC-4783-88FC-06BC6A90EF29}" dt="2025-05-01T00:58:23.710" v="14453" actId="34135"/>
          <ac:picMkLst>
            <pc:docMk/>
            <pc:sldMk cId="3466448746" sldId="283"/>
            <ac:picMk id="3" creationId="{E84FC514-5F6B-2AA4-03F9-03E0CDB4BC2E}"/>
          </ac:picMkLst>
        </pc:picChg>
        <pc:picChg chg="add del mod ord">
          <ac:chgData name="Sophie Krajmalnik" userId="d8473219222313f4" providerId="LiveId" clId="{5B020E79-B9AC-4783-88FC-06BC6A90EF29}" dt="2025-05-01T00:57:49.078" v="14442" actId="478"/>
          <ac:picMkLst>
            <pc:docMk/>
            <pc:sldMk cId="3466448746" sldId="283"/>
            <ac:picMk id="10" creationId="{B883B53B-2E83-15C8-0979-BEC52DD839A9}"/>
          </ac:picMkLst>
        </pc:picChg>
      </pc:sldChg>
      <pc:sldChg chg="addSp delSp modSp new mod setBg setClrOvrMap">
        <pc:chgData name="Sophie Krajmalnik" userId="d8473219222313f4" providerId="LiveId" clId="{5B020E79-B9AC-4783-88FC-06BC6A90EF29}" dt="2025-04-30T17:45:19.976" v="13256" actId="21"/>
        <pc:sldMkLst>
          <pc:docMk/>
          <pc:sldMk cId="393285575" sldId="284"/>
        </pc:sldMkLst>
        <pc:spChg chg="mod">
          <ac:chgData name="Sophie Krajmalnik" userId="d8473219222313f4" providerId="LiveId" clId="{5B020E79-B9AC-4783-88FC-06BC6A90EF29}" dt="2025-04-30T17:45:08.033" v="13254" actId="26606"/>
          <ac:spMkLst>
            <pc:docMk/>
            <pc:sldMk cId="393285575" sldId="284"/>
            <ac:spMk id="2" creationId="{63CBE8A5-334C-4A83-9FE7-83EEBF7C5525}"/>
          </ac:spMkLst>
        </pc:spChg>
        <pc:spChg chg="del mod">
          <ac:chgData name="Sophie Krajmalnik" userId="d8473219222313f4" providerId="LiveId" clId="{5B020E79-B9AC-4783-88FC-06BC6A90EF29}" dt="2025-04-30T17:45:19.976" v="13256" actId="21"/>
          <ac:spMkLst>
            <pc:docMk/>
            <pc:sldMk cId="393285575" sldId="284"/>
            <ac:spMk id="3" creationId="{1D3EAC09-A258-E9F6-42D8-E8A0CCBEB7C5}"/>
          </ac:spMkLst>
        </pc:spChg>
        <pc:spChg chg="add">
          <ac:chgData name="Sophie Krajmalnik" userId="d8473219222313f4" providerId="LiveId" clId="{5B020E79-B9AC-4783-88FC-06BC6A90EF29}" dt="2025-04-30T17:45:08.033" v="13254" actId="26606"/>
          <ac:spMkLst>
            <pc:docMk/>
            <pc:sldMk cId="393285575" sldId="284"/>
            <ac:spMk id="11" creationId="{19F9BF86-FE94-4517-B97D-026C7515E589}"/>
          </ac:spMkLst>
        </pc:spChg>
        <pc:spChg chg="add">
          <ac:chgData name="Sophie Krajmalnik" userId="d8473219222313f4" providerId="LiveId" clId="{5B020E79-B9AC-4783-88FC-06BC6A90EF29}" dt="2025-04-30T17:45:08.033" v="13254" actId="26606"/>
          <ac:spMkLst>
            <pc:docMk/>
            <pc:sldMk cId="393285575" sldId="284"/>
            <ac:spMk id="13" creationId="{D50741CA-59A3-4426-8205-D763C968E879}"/>
          </ac:spMkLst>
        </pc:spChg>
        <pc:picChg chg="add mod">
          <ac:chgData name="Sophie Krajmalnik" userId="d8473219222313f4" providerId="LiveId" clId="{5B020E79-B9AC-4783-88FC-06BC6A90EF29}" dt="2025-04-30T17:45:13.208" v="13255" actId="1076"/>
          <ac:picMkLst>
            <pc:docMk/>
            <pc:sldMk cId="393285575" sldId="284"/>
            <ac:picMk id="5" creationId="{14618C28-ABE5-671E-84BA-90BA7DD1D02F}"/>
          </ac:picMkLst>
        </pc:picChg>
        <pc:cxnChg chg="add">
          <ac:chgData name="Sophie Krajmalnik" userId="d8473219222313f4" providerId="LiveId" clId="{5B020E79-B9AC-4783-88FC-06BC6A90EF29}" dt="2025-04-30T17:45:08.033" v="13254" actId="26606"/>
          <ac:cxnSpMkLst>
            <pc:docMk/>
            <pc:sldMk cId="393285575" sldId="284"/>
            <ac:cxnSpMk id="9" creationId="{118E06E4-607B-144B-382B-AD3D06B1EE8C}"/>
          </ac:cxnSpMkLst>
        </pc:cxnChg>
        <pc:cxnChg chg="add">
          <ac:chgData name="Sophie Krajmalnik" userId="d8473219222313f4" providerId="LiveId" clId="{5B020E79-B9AC-4783-88FC-06BC6A90EF29}" dt="2025-04-30T17:45:08.033" v="13254" actId="26606"/>
          <ac:cxnSpMkLst>
            <pc:docMk/>
            <pc:sldMk cId="393285575" sldId="284"/>
            <ac:cxnSpMk id="15" creationId="{B05D162C-996E-4B39-A3EF-DB9D0EEF2E33}"/>
          </ac:cxnSpMkLst>
        </pc:cxnChg>
      </pc:sldChg>
      <pc:sldChg chg="modSp new mod">
        <pc:chgData name="Sophie Krajmalnik" userId="d8473219222313f4" providerId="LiveId" clId="{5B020E79-B9AC-4783-88FC-06BC6A90EF29}" dt="2025-05-01T20:08:01.834" v="16910" actId="20577"/>
        <pc:sldMkLst>
          <pc:docMk/>
          <pc:sldMk cId="1420074499" sldId="285"/>
        </pc:sldMkLst>
        <pc:spChg chg="mod">
          <ac:chgData name="Sophie Krajmalnik" userId="d8473219222313f4" providerId="LiveId" clId="{5B020E79-B9AC-4783-88FC-06BC6A90EF29}" dt="2025-04-30T17:47:38.519" v="13398" actId="1076"/>
          <ac:spMkLst>
            <pc:docMk/>
            <pc:sldMk cId="1420074499" sldId="285"/>
            <ac:spMk id="2" creationId="{8455EDB2-E4EC-9333-AD4D-1BCC3884DEE6}"/>
          </ac:spMkLst>
        </pc:spChg>
        <pc:spChg chg="mod">
          <ac:chgData name="Sophie Krajmalnik" userId="d8473219222313f4" providerId="LiveId" clId="{5B020E79-B9AC-4783-88FC-06BC6A90EF29}" dt="2025-05-01T20:08:01.834" v="16910" actId="20577"/>
          <ac:spMkLst>
            <pc:docMk/>
            <pc:sldMk cId="1420074499" sldId="285"/>
            <ac:spMk id="3" creationId="{09FBF9E8-0879-2C62-0865-275D19A98E82}"/>
          </ac:spMkLst>
        </pc:spChg>
      </pc:sldChg>
      <pc:sldChg chg="modSp new del mod">
        <pc:chgData name="Sophie Krajmalnik" userId="d8473219222313f4" providerId="LiveId" clId="{5B020E79-B9AC-4783-88FC-06BC6A90EF29}" dt="2025-04-29T22:51:47.573" v="4590" actId="2696"/>
        <pc:sldMkLst>
          <pc:docMk/>
          <pc:sldMk cId="63384052" sldId="286"/>
        </pc:sldMkLst>
      </pc:sldChg>
      <pc:sldChg chg="addSp delSp modSp new mod modAnim">
        <pc:chgData name="Sophie Krajmalnik" userId="d8473219222313f4" providerId="LiveId" clId="{5B020E79-B9AC-4783-88FC-06BC6A90EF29}" dt="2025-05-01T01:56:03.372" v="16103" actId="1076"/>
        <pc:sldMkLst>
          <pc:docMk/>
          <pc:sldMk cId="1220966581" sldId="286"/>
        </pc:sldMkLst>
        <pc:spChg chg="add del mod">
          <ac:chgData name="Sophie Krajmalnik" userId="d8473219222313f4" providerId="LiveId" clId="{5B020E79-B9AC-4783-88FC-06BC6A90EF29}" dt="2025-04-30T14:52:44.133" v="9569" actId="478"/>
          <ac:spMkLst>
            <pc:docMk/>
            <pc:sldMk cId="1220966581" sldId="286"/>
            <ac:spMk id="5" creationId="{19EF230C-1979-33D0-5D9D-F7F31B4E4C79}"/>
          </ac:spMkLst>
        </pc:spChg>
        <pc:spChg chg="add mod">
          <ac:chgData name="Sophie Krajmalnik" userId="d8473219222313f4" providerId="LiveId" clId="{5B020E79-B9AC-4783-88FC-06BC6A90EF29}" dt="2025-05-01T01:53:48.863" v="16078" actId="403"/>
          <ac:spMkLst>
            <pc:docMk/>
            <pc:sldMk cId="1220966581" sldId="286"/>
            <ac:spMk id="6" creationId="{DF2B74E8-3F1D-84B5-BDE8-E41971874E3F}"/>
          </ac:spMkLst>
        </pc:spChg>
        <pc:spChg chg="add mod">
          <ac:chgData name="Sophie Krajmalnik" userId="d8473219222313f4" providerId="LiveId" clId="{5B020E79-B9AC-4783-88FC-06BC6A90EF29}" dt="2025-05-01T01:18:56.358" v="14927" actId="14100"/>
          <ac:spMkLst>
            <pc:docMk/>
            <pc:sldMk cId="1220966581" sldId="286"/>
            <ac:spMk id="7" creationId="{CA2A0AB0-2252-45C4-1726-BE8B7843A63D}"/>
          </ac:spMkLst>
        </pc:spChg>
        <pc:spChg chg="add mod">
          <ac:chgData name="Sophie Krajmalnik" userId="d8473219222313f4" providerId="LiveId" clId="{5B020E79-B9AC-4783-88FC-06BC6A90EF29}" dt="2025-05-01T01:18:09.087" v="14923" actId="1076"/>
          <ac:spMkLst>
            <pc:docMk/>
            <pc:sldMk cId="1220966581" sldId="286"/>
            <ac:spMk id="9" creationId="{38F2E5FD-EA69-234C-4217-0B0E3B4338B9}"/>
          </ac:spMkLst>
        </pc:spChg>
        <pc:spChg chg="add mod">
          <ac:chgData name="Sophie Krajmalnik" userId="d8473219222313f4" providerId="LiveId" clId="{5B020E79-B9AC-4783-88FC-06BC6A90EF29}" dt="2025-05-01T01:49:30.240" v="15785" actId="14100"/>
          <ac:spMkLst>
            <pc:docMk/>
            <pc:sldMk cId="1220966581" sldId="286"/>
            <ac:spMk id="10" creationId="{5A3A24CE-2258-699F-5F93-FA1F82CF29BB}"/>
          </ac:spMkLst>
        </pc:spChg>
        <pc:spChg chg="add mod">
          <ac:chgData name="Sophie Krajmalnik" userId="d8473219222313f4" providerId="LiveId" clId="{5B020E79-B9AC-4783-88FC-06BC6A90EF29}" dt="2025-05-01T01:54:34.704" v="16085" actId="1582"/>
          <ac:spMkLst>
            <pc:docMk/>
            <pc:sldMk cId="1220966581" sldId="286"/>
            <ac:spMk id="11" creationId="{272A4C5D-51A0-4801-30CB-12120BEB09FC}"/>
          </ac:spMkLst>
        </pc:spChg>
        <pc:spChg chg="add mod">
          <ac:chgData name="Sophie Krajmalnik" userId="d8473219222313f4" providerId="LiveId" clId="{5B020E79-B9AC-4783-88FC-06BC6A90EF29}" dt="2025-05-01T01:54:54.651" v="16088" actId="1076"/>
          <ac:spMkLst>
            <pc:docMk/>
            <pc:sldMk cId="1220966581" sldId="286"/>
            <ac:spMk id="12" creationId="{5727E3A4-1D04-267B-6AD2-CB9CC38E063B}"/>
          </ac:spMkLst>
        </pc:spChg>
        <pc:spChg chg="add mod">
          <ac:chgData name="Sophie Krajmalnik" userId="d8473219222313f4" providerId="LiveId" clId="{5B020E79-B9AC-4783-88FC-06BC6A90EF29}" dt="2025-05-01T01:55:02.098" v="16090" actId="1076"/>
          <ac:spMkLst>
            <pc:docMk/>
            <pc:sldMk cId="1220966581" sldId="286"/>
            <ac:spMk id="13" creationId="{9935F978-DCDA-C796-965C-8BFF1F007D05}"/>
          </ac:spMkLst>
        </pc:spChg>
        <pc:spChg chg="add mod">
          <ac:chgData name="Sophie Krajmalnik" userId="d8473219222313f4" providerId="LiveId" clId="{5B020E79-B9AC-4783-88FC-06BC6A90EF29}" dt="2025-05-01T01:55:07.912" v="16092" actId="1076"/>
          <ac:spMkLst>
            <pc:docMk/>
            <pc:sldMk cId="1220966581" sldId="286"/>
            <ac:spMk id="14" creationId="{54AB61EA-F2A9-FC1F-7BB3-469F1D043554}"/>
          </ac:spMkLst>
        </pc:spChg>
        <pc:spChg chg="add mod">
          <ac:chgData name="Sophie Krajmalnik" userId="d8473219222313f4" providerId="LiveId" clId="{5B020E79-B9AC-4783-88FC-06BC6A90EF29}" dt="2025-05-01T01:56:03.372" v="16103" actId="1076"/>
          <ac:spMkLst>
            <pc:docMk/>
            <pc:sldMk cId="1220966581" sldId="286"/>
            <ac:spMk id="15" creationId="{5D93B14E-AD2D-CE95-7A11-DE10443FB340}"/>
          </ac:spMkLst>
        </pc:spChg>
        <pc:picChg chg="add del mod">
          <ac:chgData name="Sophie Krajmalnik" userId="d8473219222313f4" providerId="LiveId" clId="{5B020E79-B9AC-4783-88FC-06BC6A90EF29}" dt="2025-04-30T14:51:11.096" v="9556" actId="478"/>
          <ac:picMkLst>
            <pc:docMk/>
            <pc:sldMk cId="1220966581" sldId="286"/>
            <ac:picMk id="3" creationId="{224A20DB-CA6F-C555-F9DA-9D883B775631}"/>
          </ac:picMkLst>
        </pc:picChg>
        <pc:picChg chg="add del mod ord">
          <ac:chgData name="Sophie Krajmalnik" userId="d8473219222313f4" providerId="LiveId" clId="{5B020E79-B9AC-4783-88FC-06BC6A90EF29}" dt="2025-05-01T01:17:30.131" v="14913" actId="478"/>
          <ac:picMkLst>
            <pc:docMk/>
            <pc:sldMk cId="1220966581" sldId="286"/>
            <ac:picMk id="3" creationId="{39D146AE-956C-7B43-7345-9991710C0628}"/>
          </ac:picMkLst>
        </pc:picChg>
        <pc:picChg chg="add mod ord modCrop">
          <ac:chgData name="Sophie Krajmalnik" userId="d8473219222313f4" providerId="LiveId" clId="{5B020E79-B9AC-4783-88FC-06BC6A90EF29}" dt="2025-05-01T01:18:03.197" v="14922" actId="34135"/>
          <ac:picMkLst>
            <pc:docMk/>
            <pc:sldMk cId="1220966581" sldId="286"/>
            <ac:picMk id="5" creationId="{57A5D78E-A130-6C96-7E6C-CC6AFDC361FF}"/>
          </ac:picMkLst>
        </pc:picChg>
        <pc:picChg chg="add del mod ord modCrop">
          <ac:chgData name="Sophie Krajmalnik" userId="d8473219222313f4" providerId="LiveId" clId="{5B020E79-B9AC-4783-88FC-06BC6A90EF29}" dt="2025-05-01T01:07:59.771" v="14476" actId="478"/>
          <ac:picMkLst>
            <pc:docMk/>
            <pc:sldMk cId="1220966581" sldId="286"/>
            <ac:picMk id="8" creationId="{0CC4E23D-7CEB-3895-DE9B-8A2AF45B26B5}"/>
          </ac:picMkLst>
        </pc:picChg>
        <pc:cxnChg chg="add del mod">
          <ac:chgData name="Sophie Krajmalnik" userId="d8473219222313f4" providerId="LiveId" clId="{5B020E79-B9AC-4783-88FC-06BC6A90EF29}" dt="2025-04-30T14:42:53.189" v="9081" actId="478"/>
          <ac:cxnSpMkLst>
            <pc:docMk/>
            <pc:sldMk cId="1220966581" sldId="286"/>
            <ac:cxnSpMk id="4" creationId="{EAD08485-2DEB-D322-5450-371D65A04CE3}"/>
          </ac:cxnSpMkLst>
        </pc:cxnChg>
      </pc:sldChg>
      <pc:sldChg chg="new del">
        <pc:chgData name="Sophie Krajmalnik" userId="d8473219222313f4" providerId="LiveId" clId="{5B020E79-B9AC-4783-88FC-06BC6A90EF29}" dt="2025-04-29T22:51:35.380" v="4584" actId="2696"/>
        <pc:sldMkLst>
          <pc:docMk/>
          <pc:sldMk cId="3530807537" sldId="286"/>
        </pc:sldMkLst>
      </pc:sldChg>
      <pc:sldChg chg="addSp delSp modSp new del mod">
        <pc:chgData name="Sophie Krajmalnik" userId="d8473219222313f4" providerId="LiveId" clId="{5B020E79-B9AC-4783-88FC-06BC6A90EF29}" dt="2025-04-30T00:35:14.645" v="6332" actId="2696"/>
        <pc:sldMkLst>
          <pc:docMk/>
          <pc:sldMk cId="1759211383" sldId="287"/>
        </pc:sldMkLst>
      </pc:sldChg>
      <pc:sldChg chg="addSp delSp modSp add mod ord">
        <pc:chgData name="Sophie Krajmalnik" userId="d8473219222313f4" providerId="LiveId" clId="{5B020E79-B9AC-4783-88FC-06BC6A90EF29}" dt="2025-04-30T00:16:06.310" v="6056" actId="1076"/>
        <pc:sldMkLst>
          <pc:docMk/>
          <pc:sldMk cId="10654754" sldId="288"/>
        </pc:sldMkLst>
        <pc:spChg chg="mod">
          <ac:chgData name="Sophie Krajmalnik" userId="d8473219222313f4" providerId="LiveId" clId="{5B020E79-B9AC-4783-88FC-06BC6A90EF29}" dt="2025-04-29T23:30:39.862" v="4891" actId="20577"/>
          <ac:spMkLst>
            <pc:docMk/>
            <pc:sldMk cId="10654754" sldId="288"/>
            <ac:spMk id="2" creationId="{334836DC-2B44-9ADE-C80B-C98BEDE1CD0D}"/>
          </ac:spMkLst>
        </pc:spChg>
        <pc:spChg chg="mod">
          <ac:chgData name="Sophie Krajmalnik" userId="d8473219222313f4" providerId="LiveId" clId="{5B020E79-B9AC-4783-88FC-06BC6A90EF29}" dt="2025-04-29T23:30:52.079" v="4901" actId="20577"/>
          <ac:spMkLst>
            <pc:docMk/>
            <pc:sldMk cId="10654754" sldId="288"/>
            <ac:spMk id="5" creationId="{4AEE27F4-5828-C168-95F8-C7F4364DF941}"/>
          </ac:spMkLst>
        </pc:spChg>
        <pc:picChg chg="del">
          <ac:chgData name="Sophie Krajmalnik" userId="d8473219222313f4" providerId="LiveId" clId="{5B020E79-B9AC-4783-88FC-06BC6A90EF29}" dt="2025-04-30T00:14:02.445" v="6050" actId="478"/>
          <ac:picMkLst>
            <pc:docMk/>
            <pc:sldMk cId="10654754" sldId="288"/>
            <ac:picMk id="4" creationId="{4149FB49-F49A-2A33-526C-D6BD2EA31F4D}"/>
          </ac:picMkLst>
        </pc:picChg>
        <pc:picChg chg="add mod">
          <ac:chgData name="Sophie Krajmalnik" userId="d8473219222313f4" providerId="LiveId" clId="{5B020E79-B9AC-4783-88FC-06BC6A90EF29}" dt="2025-04-30T00:16:06.310" v="6056" actId="1076"/>
          <ac:picMkLst>
            <pc:docMk/>
            <pc:sldMk cId="10654754" sldId="288"/>
            <ac:picMk id="6" creationId="{C530A99F-1B2B-AAAD-7F64-59B2606EC8C6}"/>
          </ac:picMkLst>
        </pc:picChg>
      </pc:sldChg>
      <pc:sldChg chg="addSp delSp modSp add mod">
        <pc:chgData name="Sophie Krajmalnik" userId="d8473219222313f4" providerId="LiveId" clId="{5B020E79-B9AC-4783-88FC-06BC6A90EF29}" dt="2025-04-30T00:17:21.229" v="6062" actId="1076"/>
        <pc:sldMkLst>
          <pc:docMk/>
          <pc:sldMk cId="2844016034" sldId="289"/>
        </pc:sldMkLst>
        <pc:spChg chg="mod">
          <ac:chgData name="Sophie Krajmalnik" userId="d8473219222313f4" providerId="LiveId" clId="{5B020E79-B9AC-4783-88FC-06BC6A90EF29}" dt="2025-04-29T23:31:00.958" v="4918" actId="20577"/>
          <ac:spMkLst>
            <pc:docMk/>
            <pc:sldMk cId="2844016034" sldId="289"/>
            <ac:spMk id="2" creationId="{954DFCF1-D749-FC59-0B5F-A50B19B4517C}"/>
          </ac:spMkLst>
        </pc:spChg>
        <pc:spChg chg="mod">
          <ac:chgData name="Sophie Krajmalnik" userId="d8473219222313f4" providerId="LiveId" clId="{5B020E79-B9AC-4783-88FC-06BC6A90EF29}" dt="2025-04-29T23:31:03.974" v="4921" actId="20577"/>
          <ac:spMkLst>
            <pc:docMk/>
            <pc:sldMk cId="2844016034" sldId="289"/>
            <ac:spMk id="5" creationId="{CD27BD98-CB6A-63FA-8839-CB2964E1163D}"/>
          </ac:spMkLst>
        </pc:spChg>
        <pc:picChg chg="del">
          <ac:chgData name="Sophie Krajmalnik" userId="d8473219222313f4" providerId="LiveId" clId="{5B020E79-B9AC-4783-88FC-06BC6A90EF29}" dt="2025-04-30T00:16:08.670" v="6057" actId="478"/>
          <ac:picMkLst>
            <pc:docMk/>
            <pc:sldMk cId="2844016034" sldId="289"/>
            <ac:picMk id="4" creationId="{36A09CD0-AEDB-21BA-A5DF-30A06B5500EB}"/>
          </ac:picMkLst>
        </pc:picChg>
        <pc:picChg chg="add mod">
          <ac:chgData name="Sophie Krajmalnik" userId="d8473219222313f4" providerId="LiveId" clId="{5B020E79-B9AC-4783-88FC-06BC6A90EF29}" dt="2025-04-30T00:17:21.229" v="6062" actId="1076"/>
          <ac:picMkLst>
            <pc:docMk/>
            <pc:sldMk cId="2844016034" sldId="289"/>
            <ac:picMk id="6" creationId="{1DE7F8AB-25F8-CF43-37FE-F15FF316D28D}"/>
          </ac:picMkLst>
        </pc:picChg>
      </pc:sldChg>
      <pc:sldChg chg="addSp delSp modSp add mod">
        <pc:chgData name="Sophie Krajmalnik" userId="d8473219222313f4" providerId="LiveId" clId="{5B020E79-B9AC-4783-88FC-06BC6A90EF29}" dt="2025-05-01T01:27:51.906" v="15287" actId="1076"/>
        <pc:sldMkLst>
          <pc:docMk/>
          <pc:sldMk cId="1361983873" sldId="290"/>
        </pc:sldMkLst>
        <pc:spChg chg="mod">
          <ac:chgData name="Sophie Krajmalnik" userId="d8473219222313f4" providerId="LiveId" clId="{5B020E79-B9AC-4783-88FC-06BC6A90EF29}" dt="2025-04-29T23:46:35.667" v="4984" actId="20577"/>
          <ac:spMkLst>
            <pc:docMk/>
            <pc:sldMk cId="1361983873" sldId="290"/>
            <ac:spMk id="2" creationId="{A502DEAA-FC23-DE08-33EF-57A0B0F86C3E}"/>
          </ac:spMkLst>
        </pc:spChg>
        <pc:spChg chg="add mod">
          <ac:chgData name="Sophie Krajmalnik" userId="d8473219222313f4" providerId="LiveId" clId="{5B020E79-B9AC-4783-88FC-06BC6A90EF29}" dt="2025-05-01T01:26:02.069" v="15060" actId="20577"/>
          <ac:spMkLst>
            <pc:docMk/>
            <pc:sldMk cId="1361983873" sldId="290"/>
            <ac:spMk id="9" creationId="{FD49E07E-3398-2776-DD6F-EDE04F5C503A}"/>
          </ac:spMkLst>
        </pc:spChg>
        <pc:spChg chg="mod">
          <ac:chgData name="Sophie Krajmalnik" userId="d8473219222313f4" providerId="LiveId" clId="{5B020E79-B9AC-4783-88FC-06BC6A90EF29}" dt="2025-05-01T01:25:30.408" v="15048" actId="1076"/>
          <ac:spMkLst>
            <pc:docMk/>
            <pc:sldMk cId="1361983873" sldId="290"/>
            <ac:spMk id="10" creationId="{EB2D5911-2531-674B-0DF7-6DD2010AE398}"/>
          </ac:spMkLst>
        </pc:spChg>
        <pc:spChg chg="mod">
          <ac:chgData name="Sophie Krajmalnik" userId="d8473219222313f4" providerId="LiveId" clId="{5B020E79-B9AC-4783-88FC-06BC6A90EF29}" dt="2025-05-01T01:25:35.412" v="15050" actId="1076"/>
          <ac:spMkLst>
            <pc:docMk/>
            <pc:sldMk cId="1361983873" sldId="290"/>
            <ac:spMk id="13" creationId="{76C8228C-B144-96F6-722A-7AE309F4381C}"/>
          </ac:spMkLst>
        </pc:spChg>
        <pc:spChg chg="add mod">
          <ac:chgData name="Sophie Krajmalnik" userId="d8473219222313f4" providerId="LiveId" clId="{5B020E79-B9AC-4783-88FC-06BC6A90EF29}" dt="2025-05-01T01:26:47.526" v="15199" actId="1076"/>
          <ac:spMkLst>
            <pc:docMk/>
            <pc:sldMk cId="1361983873" sldId="290"/>
            <ac:spMk id="15" creationId="{D495D9C1-83B0-8381-4E15-2D945E7C2B7B}"/>
          </ac:spMkLst>
        </pc:spChg>
        <pc:spChg chg="add mod">
          <ac:chgData name="Sophie Krajmalnik" userId="d8473219222313f4" providerId="LiveId" clId="{5B020E79-B9AC-4783-88FC-06BC6A90EF29}" dt="2025-05-01T01:27:43.191" v="15283" actId="14100"/>
          <ac:spMkLst>
            <pc:docMk/>
            <pc:sldMk cId="1361983873" sldId="290"/>
            <ac:spMk id="18" creationId="{CC50B4A6-A22A-06CB-751E-C56D19302CF6}"/>
          </ac:spMkLst>
        </pc:spChg>
        <pc:picChg chg="add del mod ord">
          <ac:chgData name="Sophie Krajmalnik" userId="d8473219222313f4" providerId="LiveId" clId="{5B020E79-B9AC-4783-88FC-06BC6A90EF29}" dt="2025-05-01T01:24:56.275" v="15037" actId="478"/>
          <ac:picMkLst>
            <pc:docMk/>
            <pc:sldMk cId="1361983873" sldId="290"/>
            <ac:picMk id="3" creationId="{1A258C2D-6F01-1A83-4648-2C06FB4D3F9B}"/>
          </ac:picMkLst>
        </pc:picChg>
        <pc:picChg chg="add mod ord">
          <ac:chgData name="Sophie Krajmalnik" userId="d8473219222313f4" providerId="LiveId" clId="{5B020E79-B9AC-4783-88FC-06BC6A90EF29}" dt="2025-05-01T01:26:04.594" v="15061" actId="1076"/>
          <ac:picMkLst>
            <pc:docMk/>
            <pc:sldMk cId="1361983873" sldId="290"/>
            <ac:picMk id="5" creationId="{140AE7D0-076C-CD7F-4220-B9B054CBEBED}"/>
          </ac:picMkLst>
        </pc:picChg>
        <pc:cxnChg chg="add del mod">
          <ac:chgData name="Sophie Krajmalnik" userId="d8473219222313f4" providerId="LiveId" clId="{5B020E79-B9AC-4783-88FC-06BC6A90EF29}" dt="2025-05-01T01:27:46.473" v="15285" actId="21"/>
          <ac:cxnSpMkLst>
            <pc:docMk/>
            <pc:sldMk cId="1361983873" sldId="290"/>
            <ac:cxnSpMk id="6" creationId="{ED4FD00C-3E19-6C76-F856-D4C42998B580}"/>
          </ac:cxnSpMkLst>
        </pc:cxnChg>
        <pc:cxnChg chg="mod">
          <ac:chgData name="Sophie Krajmalnik" userId="d8473219222313f4" providerId="LiveId" clId="{5B020E79-B9AC-4783-88FC-06BC6A90EF29}" dt="2025-05-01T01:25:33.274" v="15049" actId="14100"/>
          <ac:cxnSpMkLst>
            <pc:docMk/>
            <pc:sldMk cId="1361983873" sldId="290"/>
            <ac:cxnSpMk id="8" creationId="{6809AB7F-9641-B6F3-78BD-5F7A3CF0B33D}"/>
          </ac:cxnSpMkLst>
        </pc:cxnChg>
        <pc:cxnChg chg="mod">
          <ac:chgData name="Sophie Krajmalnik" userId="d8473219222313f4" providerId="LiveId" clId="{5B020E79-B9AC-4783-88FC-06BC6A90EF29}" dt="2025-05-01T01:25:40.641" v="15051" actId="14100"/>
          <ac:cxnSpMkLst>
            <pc:docMk/>
            <pc:sldMk cId="1361983873" sldId="290"/>
            <ac:cxnSpMk id="11" creationId="{D9B8256E-251A-EF8A-719B-3408192C9EDA}"/>
          </ac:cxnSpMkLst>
        </pc:cxnChg>
        <pc:cxnChg chg="add mod">
          <ac:chgData name="Sophie Krajmalnik" userId="d8473219222313f4" providerId="LiveId" clId="{5B020E79-B9AC-4783-88FC-06BC6A90EF29}" dt="2025-05-01T01:26:54.857" v="15202" actId="14100"/>
          <ac:cxnSpMkLst>
            <pc:docMk/>
            <pc:sldMk cId="1361983873" sldId="290"/>
            <ac:cxnSpMk id="16" creationId="{1505CC61-C37A-B513-1CFB-E6C110399036}"/>
          </ac:cxnSpMkLst>
        </pc:cxnChg>
        <pc:cxnChg chg="add mod">
          <ac:chgData name="Sophie Krajmalnik" userId="d8473219222313f4" providerId="LiveId" clId="{5B020E79-B9AC-4783-88FC-06BC6A90EF29}" dt="2025-05-01T01:27:51.906" v="15287" actId="1076"/>
          <ac:cxnSpMkLst>
            <pc:docMk/>
            <pc:sldMk cId="1361983873" sldId="290"/>
            <ac:cxnSpMk id="19" creationId="{6CFB3DC6-AB83-E373-5395-4235BE375E64}"/>
          </ac:cxnSpMkLst>
        </pc:cxnChg>
      </pc:sldChg>
      <pc:sldChg chg="addSp modSp new del mod">
        <pc:chgData name="Sophie Krajmalnik" userId="d8473219222313f4" providerId="LiveId" clId="{5B020E79-B9AC-4783-88FC-06BC6A90EF29}" dt="2025-04-30T00:32:03.314" v="6309" actId="2696"/>
        <pc:sldMkLst>
          <pc:docMk/>
          <pc:sldMk cId="107502004" sldId="291"/>
        </pc:sldMkLst>
        <pc:spChg chg="mod">
          <ac:chgData name="Sophie Krajmalnik" userId="d8473219222313f4" providerId="LiveId" clId="{5B020E79-B9AC-4783-88FC-06BC6A90EF29}" dt="2025-04-30T00:05:43.543" v="6044" actId="1076"/>
          <ac:spMkLst>
            <pc:docMk/>
            <pc:sldMk cId="107502004" sldId="291"/>
            <ac:spMk id="2" creationId="{64F8F908-4262-5260-20E7-40C168B2B4DD}"/>
          </ac:spMkLst>
        </pc:spChg>
        <pc:spChg chg="add mod">
          <ac:chgData name="Sophie Krajmalnik" userId="d8473219222313f4" providerId="LiveId" clId="{5B020E79-B9AC-4783-88FC-06BC6A90EF29}" dt="2025-04-30T00:05:59.757" v="6049" actId="20577"/>
          <ac:spMkLst>
            <pc:docMk/>
            <pc:sldMk cId="107502004" sldId="291"/>
            <ac:spMk id="4" creationId="{26CB63D3-952F-BE8D-FD4A-0353C775E906}"/>
          </ac:spMkLst>
        </pc:spChg>
      </pc:sldChg>
      <pc:sldChg chg="addSp delSp modSp new mod setBg">
        <pc:chgData name="Sophie Krajmalnik" userId="d8473219222313f4" providerId="LiveId" clId="{5B020E79-B9AC-4783-88FC-06BC6A90EF29}" dt="2025-05-01T20:09:27.009" v="16916" actId="1076"/>
        <pc:sldMkLst>
          <pc:docMk/>
          <pc:sldMk cId="3118957832" sldId="292"/>
        </pc:sldMkLst>
        <pc:spChg chg="mod">
          <ac:chgData name="Sophie Krajmalnik" userId="d8473219222313f4" providerId="LiveId" clId="{5B020E79-B9AC-4783-88FC-06BC6A90EF29}" dt="2025-05-01T20:09:27.009" v="16916" actId="1076"/>
          <ac:spMkLst>
            <pc:docMk/>
            <pc:sldMk cId="3118957832" sldId="292"/>
            <ac:spMk id="2" creationId="{704090C3-0629-8B62-5D71-9DB8431560E4}"/>
          </ac:spMkLst>
        </pc:spChg>
        <pc:spChg chg="del mod">
          <ac:chgData name="Sophie Krajmalnik" userId="d8473219222313f4" providerId="LiveId" clId="{5B020E79-B9AC-4783-88FC-06BC6A90EF29}" dt="2025-04-30T17:48:05.308" v="13399" actId="26606"/>
          <ac:spMkLst>
            <pc:docMk/>
            <pc:sldMk cId="3118957832" sldId="292"/>
            <ac:spMk id="3" creationId="{416B9203-A179-EBF9-95D7-E3D1B0AA4ABB}"/>
          </ac:spMkLst>
        </pc:spChg>
        <pc:spChg chg="add">
          <ac:chgData name="Sophie Krajmalnik" userId="d8473219222313f4" providerId="LiveId" clId="{5B020E79-B9AC-4783-88FC-06BC6A90EF29}" dt="2025-04-30T17:48:05.308" v="13399" actId="26606"/>
          <ac:spMkLst>
            <pc:docMk/>
            <pc:sldMk cId="3118957832" sldId="292"/>
            <ac:spMk id="9" creationId="{DBDA151C-5770-45E4-AAFF-59E7F403866D}"/>
          </ac:spMkLst>
        </pc:spChg>
        <pc:graphicFrameChg chg="add mod">
          <ac:chgData name="Sophie Krajmalnik" userId="d8473219222313f4" providerId="LiveId" clId="{5B020E79-B9AC-4783-88FC-06BC6A90EF29}" dt="2025-05-01T20:09:25.711" v="16915"/>
          <ac:graphicFrameMkLst>
            <pc:docMk/>
            <pc:sldMk cId="3118957832" sldId="292"/>
            <ac:graphicFrameMk id="5" creationId="{8C3FFB2D-BE15-0E35-2349-B89D17B0C116}"/>
          </ac:graphicFrameMkLst>
        </pc:graphicFrameChg>
        <pc:cxnChg chg="add">
          <ac:chgData name="Sophie Krajmalnik" userId="d8473219222313f4" providerId="LiveId" clId="{5B020E79-B9AC-4783-88FC-06BC6A90EF29}" dt="2025-04-30T17:48:05.308" v="13399" actId="26606"/>
          <ac:cxnSpMkLst>
            <pc:docMk/>
            <pc:sldMk cId="3118957832" sldId="292"/>
            <ac:cxnSpMk id="11" creationId="{E62D3963-2153-4637-96E6-E31BD2CE5D0D}"/>
          </ac:cxnSpMkLst>
        </pc:cxnChg>
      </pc:sldChg>
      <pc:sldChg chg="addSp delSp modSp new mod modAnim">
        <pc:chgData name="Sophie Krajmalnik" userId="d8473219222313f4" providerId="LiveId" clId="{5B020E79-B9AC-4783-88FC-06BC6A90EF29}" dt="2025-05-01T02:35:48.346" v="16178" actId="20577"/>
        <pc:sldMkLst>
          <pc:docMk/>
          <pc:sldMk cId="889636899" sldId="293"/>
        </pc:sldMkLst>
        <pc:spChg chg="mod">
          <ac:chgData name="Sophie Krajmalnik" userId="d8473219222313f4" providerId="LiveId" clId="{5B020E79-B9AC-4783-88FC-06BC6A90EF29}" dt="2025-04-30T00:34:48.312" v="6331" actId="1076"/>
          <ac:spMkLst>
            <pc:docMk/>
            <pc:sldMk cId="889636899" sldId="293"/>
            <ac:spMk id="2" creationId="{E726BB00-3F4D-F04B-CC65-8A6F69C04461}"/>
          </ac:spMkLst>
        </pc:spChg>
        <pc:spChg chg="mod">
          <ac:chgData name="Sophie Krajmalnik" userId="d8473219222313f4" providerId="LiveId" clId="{5B020E79-B9AC-4783-88FC-06BC6A90EF29}" dt="2025-04-30T16:45:05.267" v="10206" actId="114"/>
          <ac:spMkLst>
            <pc:docMk/>
            <pc:sldMk cId="889636899" sldId="293"/>
            <ac:spMk id="3" creationId="{11A777BC-4D27-59F3-ED70-9EF7D619A182}"/>
          </ac:spMkLst>
        </pc:spChg>
        <pc:spChg chg="add del mod">
          <ac:chgData name="Sophie Krajmalnik" userId="d8473219222313f4" providerId="LiveId" clId="{5B020E79-B9AC-4783-88FC-06BC6A90EF29}" dt="2025-04-30T01:52:30.586" v="7175" actId="21"/>
          <ac:spMkLst>
            <pc:docMk/>
            <pc:sldMk cId="889636899" sldId="293"/>
            <ac:spMk id="6" creationId="{14D486F1-60DE-D8DA-EEC5-B729C7D86BD3}"/>
          </ac:spMkLst>
        </pc:spChg>
        <pc:spChg chg="add mod">
          <ac:chgData name="Sophie Krajmalnik" userId="d8473219222313f4" providerId="LiveId" clId="{5B020E79-B9AC-4783-88FC-06BC6A90EF29}" dt="2025-04-30T03:01:07.486" v="8077" actId="1076"/>
          <ac:spMkLst>
            <pc:docMk/>
            <pc:sldMk cId="889636899" sldId="293"/>
            <ac:spMk id="8" creationId="{349B9CC5-8ECC-BA5B-CA1D-7EBA87EB207E}"/>
          </ac:spMkLst>
        </pc:spChg>
        <pc:spChg chg="add mod">
          <ac:chgData name="Sophie Krajmalnik" userId="d8473219222313f4" providerId="LiveId" clId="{5B020E79-B9AC-4783-88FC-06BC6A90EF29}" dt="2025-05-01T02:35:48.346" v="16178" actId="20577"/>
          <ac:spMkLst>
            <pc:docMk/>
            <pc:sldMk cId="889636899" sldId="293"/>
            <ac:spMk id="12" creationId="{70BD39DA-EF39-9D46-AE17-B5B07E009C9A}"/>
          </ac:spMkLst>
        </pc:spChg>
        <pc:spChg chg="add">
          <ac:chgData name="Sophie Krajmalnik" userId="d8473219222313f4" providerId="LiveId" clId="{5B020E79-B9AC-4783-88FC-06BC6A90EF29}" dt="2025-04-30T02:06:32.311" v="7877"/>
          <ac:spMkLst>
            <pc:docMk/>
            <pc:sldMk cId="889636899" sldId="293"/>
            <ac:spMk id="13" creationId="{554AE44F-D2B3-7CEF-7198-6A9D830A42E4}"/>
          </ac:spMkLst>
        </pc:spChg>
        <pc:picChg chg="add mod">
          <ac:chgData name="Sophie Krajmalnik" userId="d8473219222313f4" providerId="LiveId" clId="{5B020E79-B9AC-4783-88FC-06BC6A90EF29}" dt="2025-04-30T16:37:20.363" v="10156" actId="1076"/>
          <ac:picMkLst>
            <pc:docMk/>
            <pc:sldMk cId="889636899" sldId="293"/>
            <ac:picMk id="5" creationId="{3D16CB65-EAAD-1FC5-45C9-5ABCEACAA48D}"/>
          </ac:picMkLst>
        </pc:picChg>
        <pc:picChg chg="add del mod">
          <ac:chgData name="Sophie Krajmalnik" userId="d8473219222313f4" providerId="LiveId" clId="{5B020E79-B9AC-4783-88FC-06BC6A90EF29}" dt="2025-04-30T01:55:20.946" v="7398" actId="478"/>
          <ac:picMkLst>
            <pc:docMk/>
            <pc:sldMk cId="889636899" sldId="293"/>
            <ac:picMk id="7" creationId="{6AA11093-7E58-8AF0-A6B6-AF132221CF64}"/>
          </ac:picMkLst>
        </pc:picChg>
        <pc:picChg chg="add del mod">
          <ac:chgData name="Sophie Krajmalnik" userId="d8473219222313f4" providerId="LiveId" clId="{5B020E79-B9AC-4783-88FC-06BC6A90EF29}" dt="2025-04-30T02:06:31.890" v="7876" actId="478"/>
          <ac:picMkLst>
            <pc:docMk/>
            <pc:sldMk cId="889636899" sldId="293"/>
            <ac:picMk id="9" creationId="{A1C4B066-A9D3-582D-FAAC-C3F622B7EA8A}"/>
          </ac:picMkLst>
        </pc:picChg>
        <pc:picChg chg="add mod">
          <ac:chgData name="Sophie Krajmalnik" userId="d8473219222313f4" providerId="LiveId" clId="{5B020E79-B9AC-4783-88FC-06BC6A90EF29}" dt="2025-04-30T16:37:18.821" v="10155" actId="1076"/>
          <ac:picMkLst>
            <pc:docMk/>
            <pc:sldMk cId="889636899" sldId="293"/>
            <ac:picMk id="11" creationId="{1D597625-1A1C-BB47-C930-232DE6652E46}"/>
          </ac:picMkLst>
        </pc:picChg>
        <pc:picChg chg="add mod ord">
          <ac:chgData name="Sophie Krajmalnik" userId="d8473219222313f4" providerId="LiveId" clId="{5B020E79-B9AC-4783-88FC-06BC6A90EF29}" dt="2025-04-30T02:06:46.716" v="7881" actId="167"/>
          <ac:picMkLst>
            <pc:docMk/>
            <pc:sldMk cId="889636899" sldId="293"/>
            <ac:picMk id="14" creationId="{477B99A2-C292-EB81-152E-A107FA0F1840}"/>
          </ac:picMkLst>
        </pc:picChg>
      </pc:sldChg>
      <pc:sldChg chg="addSp delSp modSp add mod">
        <pc:chgData name="Sophie Krajmalnik" userId="d8473219222313f4" providerId="LiveId" clId="{5B020E79-B9AC-4783-88FC-06BC6A90EF29}" dt="2025-04-30T02:10:55.319" v="7987" actId="1076"/>
        <pc:sldMkLst>
          <pc:docMk/>
          <pc:sldMk cId="3938231450" sldId="294"/>
        </pc:sldMkLst>
        <pc:spChg chg="mod">
          <ac:chgData name="Sophie Krajmalnik" userId="d8473219222313f4" providerId="LiveId" clId="{5B020E79-B9AC-4783-88FC-06BC6A90EF29}" dt="2025-04-30T01:44:22.009" v="6360" actId="20577"/>
          <ac:spMkLst>
            <pc:docMk/>
            <pc:sldMk cId="3938231450" sldId="294"/>
            <ac:spMk id="2" creationId="{EF4DA9C9-1932-7337-0678-A6AFC920FE51}"/>
          </ac:spMkLst>
        </pc:spChg>
        <pc:spChg chg="mod">
          <ac:chgData name="Sophie Krajmalnik" userId="d8473219222313f4" providerId="LiveId" clId="{5B020E79-B9AC-4783-88FC-06BC6A90EF29}" dt="2025-04-30T02:10:55.319" v="7987" actId="1076"/>
          <ac:spMkLst>
            <pc:docMk/>
            <pc:sldMk cId="3938231450" sldId="294"/>
            <ac:spMk id="9" creationId="{B5690231-DC87-F454-F81A-C0E7F8DF1E90}"/>
          </ac:spMkLst>
        </pc:spChg>
        <pc:spChg chg="mod">
          <ac:chgData name="Sophie Krajmalnik" userId="d8473219222313f4" providerId="LiveId" clId="{5B020E79-B9AC-4783-88FC-06BC6A90EF29}" dt="2025-04-30T01:47:17.340" v="6527" actId="14100"/>
          <ac:spMkLst>
            <pc:docMk/>
            <pc:sldMk cId="3938231450" sldId="294"/>
            <ac:spMk id="10" creationId="{633CCB95-7403-09C2-49BE-63643FC5B11E}"/>
          </ac:spMkLst>
        </pc:spChg>
        <pc:spChg chg="mod">
          <ac:chgData name="Sophie Krajmalnik" userId="d8473219222313f4" providerId="LiveId" clId="{5B020E79-B9AC-4783-88FC-06BC6A90EF29}" dt="2025-04-30T02:10:49.457" v="7986" actId="14100"/>
          <ac:spMkLst>
            <pc:docMk/>
            <pc:sldMk cId="3938231450" sldId="294"/>
            <ac:spMk id="13" creationId="{77381DEA-17B4-22EC-C7F4-2671F1723EBC}"/>
          </ac:spMkLst>
        </pc:spChg>
        <pc:picChg chg="del">
          <ac:chgData name="Sophie Krajmalnik" userId="d8473219222313f4" providerId="LiveId" clId="{5B020E79-B9AC-4783-88FC-06BC6A90EF29}" dt="2025-04-30T01:44:23.980" v="6361" actId="478"/>
          <ac:picMkLst>
            <pc:docMk/>
            <pc:sldMk cId="3938231450" sldId="294"/>
            <ac:picMk id="3" creationId="{1E8BB925-73EE-9729-EDE8-2EE7762D2778}"/>
          </ac:picMkLst>
        </pc:picChg>
        <pc:picChg chg="add del mod ord">
          <ac:chgData name="Sophie Krajmalnik" userId="d8473219222313f4" providerId="LiveId" clId="{5B020E79-B9AC-4783-88FC-06BC6A90EF29}" dt="2025-04-30T02:10:10.708" v="7945" actId="478"/>
          <ac:picMkLst>
            <pc:docMk/>
            <pc:sldMk cId="3938231450" sldId="294"/>
            <ac:picMk id="5" creationId="{A76F8426-FDF3-85F0-C6F5-1B08E3DBB56E}"/>
          </ac:picMkLst>
        </pc:picChg>
        <pc:picChg chg="add mod ord">
          <ac:chgData name="Sophie Krajmalnik" userId="d8473219222313f4" providerId="LiveId" clId="{5B020E79-B9AC-4783-88FC-06BC6A90EF29}" dt="2025-04-30T01:47:37.571" v="6531" actId="1076"/>
          <ac:picMkLst>
            <pc:docMk/>
            <pc:sldMk cId="3938231450" sldId="294"/>
            <ac:picMk id="16" creationId="{3CBCCBFE-0897-5F21-875E-9A1F9BEEC014}"/>
          </ac:picMkLst>
        </pc:picChg>
        <pc:picChg chg="add mod ord">
          <ac:chgData name="Sophie Krajmalnik" userId="d8473219222313f4" providerId="LiveId" clId="{5B020E79-B9AC-4783-88FC-06BC6A90EF29}" dt="2025-04-30T02:10:33.903" v="7948" actId="167"/>
          <ac:picMkLst>
            <pc:docMk/>
            <pc:sldMk cId="3938231450" sldId="294"/>
            <ac:picMk id="21" creationId="{F4F1CBEE-CF0B-C319-A7B4-624318C1DDC3}"/>
          </ac:picMkLst>
        </pc:picChg>
        <pc:cxnChg chg="mod">
          <ac:chgData name="Sophie Krajmalnik" userId="d8473219222313f4" providerId="LiveId" clId="{5B020E79-B9AC-4783-88FC-06BC6A90EF29}" dt="2025-04-30T01:47:32.974" v="6529" actId="14100"/>
          <ac:cxnSpMkLst>
            <pc:docMk/>
            <pc:sldMk cId="3938231450" sldId="294"/>
            <ac:cxnSpMk id="6" creationId="{72083A50-2546-910C-D9C4-E06488CA267B}"/>
          </ac:cxnSpMkLst>
        </pc:cxnChg>
        <pc:cxnChg chg="mod">
          <ac:chgData name="Sophie Krajmalnik" userId="d8473219222313f4" providerId="LiveId" clId="{5B020E79-B9AC-4783-88FC-06BC6A90EF29}" dt="2025-04-30T01:44:48.807" v="6370" actId="14100"/>
          <ac:cxnSpMkLst>
            <pc:docMk/>
            <pc:sldMk cId="3938231450" sldId="294"/>
            <ac:cxnSpMk id="8" creationId="{E2C82917-4962-320A-33F9-2CA7B65767EE}"/>
          </ac:cxnSpMkLst>
        </pc:cxnChg>
        <pc:cxnChg chg="del">
          <ac:chgData name="Sophie Krajmalnik" userId="d8473219222313f4" providerId="LiveId" clId="{5B020E79-B9AC-4783-88FC-06BC6A90EF29}" dt="2025-04-30T01:44:53.173" v="6371" actId="478"/>
          <ac:cxnSpMkLst>
            <pc:docMk/>
            <pc:sldMk cId="3938231450" sldId="294"/>
            <ac:cxnSpMk id="11" creationId="{5D2C5773-5CBE-CDF0-5FE5-6EDBA1D31090}"/>
          </ac:cxnSpMkLst>
        </pc:cxnChg>
        <pc:cxnChg chg="add mod">
          <ac:chgData name="Sophie Krajmalnik" userId="d8473219222313f4" providerId="LiveId" clId="{5B020E79-B9AC-4783-88FC-06BC6A90EF29}" dt="2025-04-30T01:48:45.049" v="6750" actId="1076"/>
          <ac:cxnSpMkLst>
            <pc:docMk/>
            <pc:sldMk cId="3938231450" sldId="294"/>
            <ac:cxnSpMk id="18" creationId="{95304D3C-F764-712E-01D0-2A05A8ED0CAB}"/>
          </ac:cxnSpMkLst>
        </pc:cxnChg>
      </pc:sldChg>
      <pc:sldChg chg="addSp modSp new mod">
        <pc:chgData name="Sophie Krajmalnik" userId="d8473219222313f4" providerId="LiveId" clId="{5B020E79-B9AC-4783-88FC-06BC6A90EF29}" dt="2025-04-30T17:10:50.982" v="11201" actId="1076"/>
        <pc:sldMkLst>
          <pc:docMk/>
          <pc:sldMk cId="2694508563" sldId="295"/>
        </pc:sldMkLst>
        <pc:spChg chg="mod">
          <ac:chgData name="Sophie Krajmalnik" userId="d8473219222313f4" providerId="LiveId" clId="{5B020E79-B9AC-4783-88FC-06BC6A90EF29}" dt="2025-04-30T02:11:34.708" v="8027" actId="1076"/>
          <ac:spMkLst>
            <pc:docMk/>
            <pc:sldMk cId="2694508563" sldId="295"/>
            <ac:spMk id="2" creationId="{5F6E7857-4619-1DA5-DEC7-7BDA7F7E490F}"/>
          </ac:spMkLst>
        </pc:spChg>
        <pc:spChg chg="add mod">
          <ac:chgData name="Sophie Krajmalnik" userId="d8473219222313f4" providerId="LiveId" clId="{5B020E79-B9AC-4783-88FC-06BC6A90EF29}" dt="2025-04-30T17:09:19.714" v="10871" actId="1076"/>
          <ac:spMkLst>
            <pc:docMk/>
            <pc:sldMk cId="2694508563" sldId="295"/>
            <ac:spMk id="3" creationId="{541824DB-96C6-E401-6611-BD20128F500B}"/>
          </ac:spMkLst>
        </pc:spChg>
        <pc:spChg chg="add mod">
          <ac:chgData name="Sophie Krajmalnik" userId="d8473219222313f4" providerId="LiveId" clId="{5B020E79-B9AC-4783-88FC-06BC6A90EF29}" dt="2025-04-30T17:00:42.714" v="10413"/>
          <ac:spMkLst>
            <pc:docMk/>
            <pc:sldMk cId="2694508563" sldId="295"/>
            <ac:spMk id="5" creationId="{5F9CCA23-AC9C-3D98-5D19-AFF01752EE27}"/>
          </ac:spMkLst>
        </pc:spChg>
        <pc:spChg chg="add mod">
          <ac:chgData name="Sophie Krajmalnik" userId="d8473219222313f4" providerId="LiveId" clId="{5B020E79-B9AC-4783-88FC-06BC6A90EF29}" dt="2025-04-30T17:00:49.339" v="10414"/>
          <ac:spMkLst>
            <pc:docMk/>
            <pc:sldMk cId="2694508563" sldId="295"/>
            <ac:spMk id="6" creationId="{8E1FAD3C-E492-7BA9-FEA4-79BD11F250BB}"/>
          </ac:spMkLst>
        </pc:spChg>
        <pc:spChg chg="add mod">
          <ac:chgData name="Sophie Krajmalnik" userId="d8473219222313f4" providerId="LiveId" clId="{5B020E79-B9AC-4783-88FC-06BC6A90EF29}" dt="2025-04-30T17:01:47.190" v="10511" actId="20577"/>
          <ac:spMkLst>
            <pc:docMk/>
            <pc:sldMk cId="2694508563" sldId="295"/>
            <ac:spMk id="7" creationId="{890D0B0F-3B1B-5A95-C973-7527F8FC6600}"/>
          </ac:spMkLst>
        </pc:spChg>
        <pc:spChg chg="add mod">
          <ac:chgData name="Sophie Krajmalnik" userId="d8473219222313f4" providerId="LiveId" clId="{5B020E79-B9AC-4783-88FC-06BC6A90EF29}" dt="2025-04-30T17:10:50.982" v="11201" actId="1076"/>
          <ac:spMkLst>
            <pc:docMk/>
            <pc:sldMk cId="2694508563" sldId="295"/>
            <ac:spMk id="11" creationId="{7ED2C9C2-CCD0-85C0-3F37-CBCA92365719}"/>
          </ac:spMkLst>
        </pc:spChg>
        <pc:picChg chg="add mod">
          <ac:chgData name="Sophie Krajmalnik" userId="d8473219222313f4" providerId="LiveId" clId="{5B020E79-B9AC-4783-88FC-06BC6A90EF29}" dt="2025-04-30T02:11:38.254" v="8029" actId="1076"/>
          <ac:picMkLst>
            <pc:docMk/>
            <pc:sldMk cId="2694508563" sldId="295"/>
            <ac:picMk id="4" creationId="{C480C96E-8C05-0580-7F62-BA5716592774}"/>
          </ac:picMkLst>
        </pc:picChg>
        <pc:cxnChg chg="add mod">
          <ac:chgData name="Sophie Krajmalnik" userId="d8473219222313f4" providerId="LiveId" clId="{5B020E79-B9AC-4783-88FC-06BC6A90EF29}" dt="2025-04-30T17:02:24.077" v="10513" actId="1076"/>
          <ac:cxnSpMkLst>
            <pc:docMk/>
            <pc:sldMk cId="2694508563" sldId="295"/>
            <ac:cxnSpMk id="8" creationId="{7FA23E23-1456-72B7-5AF4-A4ACA7342DEC}"/>
          </ac:cxnSpMkLst>
        </pc:cxnChg>
        <pc:cxnChg chg="add mod">
          <ac:chgData name="Sophie Krajmalnik" userId="d8473219222313f4" providerId="LiveId" clId="{5B020E79-B9AC-4783-88FC-06BC6A90EF29}" dt="2025-04-30T17:09:26.810" v="10874" actId="14100"/>
          <ac:cxnSpMkLst>
            <pc:docMk/>
            <pc:sldMk cId="2694508563" sldId="295"/>
            <ac:cxnSpMk id="9" creationId="{6EE439D6-FBAC-F330-07A3-62D07C1A58D2}"/>
          </ac:cxnSpMkLst>
        </pc:cxnChg>
        <pc:cxnChg chg="add mod">
          <ac:chgData name="Sophie Krajmalnik" userId="d8473219222313f4" providerId="LiveId" clId="{5B020E79-B9AC-4783-88FC-06BC6A90EF29}" dt="2025-04-30T17:10:41.380" v="11199" actId="1076"/>
          <ac:cxnSpMkLst>
            <pc:docMk/>
            <pc:sldMk cId="2694508563" sldId="295"/>
            <ac:cxnSpMk id="12" creationId="{B5373AA7-BF6D-43E8-6B2C-BDEB2D8AE738}"/>
          </ac:cxnSpMkLst>
        </pc:cxnChg>
      </pc:sldChg>
      <pc:sldChg chg="addSp delSp modSp new del">
        <pc:chgData name="Sophie Krajmalnik" userId="d8473219222313f4" providerId="LiveId" clId="{5B020E79-B9AC-4783-88FC-06BC6A90EF29}" dt="2025-04-30T02:09:43.128" v="7944" actId="2696"/>
        <pc:sldMkLst>
          <pc:docMk/>
          <pc:sldMk cId="3053926752" sldId="295"/>
        </pc:sldMkLst>
        <pc:spChg chg="del">
          <ac:chgData name="Sophie Krajmalnik" userId="d8473219222313f4" providerId="LiveId" clId="{5B020E79-B9AC-4783-88FC-06BC6A90EF29}" dt="2025-04-30T01:54:19.365" v="7369"/>
          <ac:spMkLst>
            <pc:docMk/>
            <pc:sldMk cId="3053926752" sldId="295"/>
            <ac:spMk id="3" creationId="{99B82DA2-C875-E52E-34AF-3E1D0776BB3E}"/>
          </ac:spMkLst>
        </pc:spChg>
        <pc:picChg chg="add mod">
          <ac:chgData name="Sophie Krajmalnik" userId="d8473219222313f4" providerId="LiveId" clId="{5B020E79-B9AC-4783-88FC-06BC6A90EF29}" dt="2025-04-30T01:54:19.365" v="7369"/>
          <ac:picMkLst>
            <pc:docMk/>
            <pc:sldMk cId="3053926752" sldId="295"/>
            <ac:picMk id="4" creationId="{3D933472-83D9-50B7-9E97-6DD9245CAE3B}"/>
          </ac:picMkLst>
        </pc:picChg>
      </pc:sldChg>
      <pc:sldChg chg="addSp delSp modSp new mod modAnim">
        <pc:chgData name="Sophie Krajmalnik" userId="d8473219222313f4" providerId="LiveId" clId="{5B020E79-B9AC-4783-88FC-06BC6A90EF29}" dt="2025-05-01T02:31:34.981" v="16108"/>
        <pc:sldMkLst>
          <pc:docMk/>
          <pc:sldMk cId="367026083" sldId="296"/>
        </pc:sldMkLst>
        <pc:spChg chg="add mod">
          <ac:chgData name="Sophie Krajmalnik" userId="d8473219222313f4" providerId="LiveId" clId="{5B020E79-B9AC-4783-88FC-06BC6A90EF29}" dt="2025-04-30T17:31:38.520" v="12849" actId="1582"/>
          <ac:spMkLst>
            <pc:docMk/>
            <pc:sldMk cId="367026083" sldId="296"/>
            <ac:spMk id="5" creationId="{2DF728E4-51CA-12A5-5FF1-1EC1EC30E10D}"/>
          </ac:spMkLst>
        </pc:spChg>
        <pc:spChg chg="add mod">
          <ac:chgData name="Sophie Krajmalnik" userId="d8473219222313f4" providerId="LiveId" clId="{5B020E79-B9AC-4783-88FC-06BC6A90EF29}" dt="2025-04-30T17:33:36.847" v="12867" actId="208"/>
          <ac:spMkLst>
            <pc:docMk/>
            <pc:sldMk cId="367026083" sldId="296"/>
            <ac:spMk id="6" creationId="{32023CBF-23D0-4E88-6640-545745ACF85B}"/>
          </ac:spMkLst>
        </pc:spChg>
        <pc:spChg chg="add mod">
          <ac:chgData name="Sophie Krajmalnik" userId="d8473219222313f4" providerId="LiveId" clId="{5B020E79-B9AC-4783-88FC-06BC6A90EF29}" dt="2025-04-30T17:33:31.728" v="12866" actId="208"/>
          <ac:spMkLst>
            <pc:docMk/>
            <pc:sldMk cId="367026083" sldId="296"/>
            <ac:spMk id="7" creationId="{B54F5F3F-78B0-BE2B-6730-EBAE919720A3}"/>
          </ac:spMkLst>
        </pc:spChg>
        <pc:spChg chg="add mod">
          <ac:chgData name="Sophie Krajmalnik" userId="d8473219222313f4" providerId="LiveId" clId="{5B020E79-B9AC-4783-88FC-06BC6A90EF29}" dt="2025-04-30T17:33:22.889" v="12865" actId="208"/>
          <ac:spMkLst>
            <pc:docMk/>
            <pc:sldMk cId="367026083" sldId="296"/>
            <ac:spMk id="8" creationId="{7A7610F5-6A31-43BD-2520-8AE3DC01C96C}"/>
          </ac:spMkLst>
        </pc:spChg>
        <pc:spChg chg="add mod">
          <ac:chgData name="Sophie Krajmalnik" userId="d8473219222313f4" providerId="LiveId" clId="{5B020E79-B9AC-4783-88FC-06BC6A90EF29}" dt="2025-04-30T17:34:46.856" v="12912" actId="1076"/>
          <ac:spMkLst>
            <pc:docMk/>
            <pc:sldMk cId="367026083" sldId="296"/>
            <ac:spMk id="9" creationId="{43E1ED4E-3586-C857-1017-F5D14FC50D2A}"/>
          </ac:spMkLst>
        </pc:spChg>
        <pc:spChg chg="add mod">
          <ac:chgData name="Sophie Krajmalnik" userId="d8473219222313f4" providerId="LiveId" clId="{5B020E79-B9AC-4783-88FC-06BC6A90EF29}" dt="2025-04-30T17:34:55.289" v="12923" actId="20577"/>
          <ac:spMkLst>
            <pc:docMk/>
            <pc:sldMk cId="367026083" sldId="296"/>
            <ac:spMk id="10" creationId="{234AE726-52AC-4B23-D0CD-72ED52D691C4}"/>
          </ac:spMkLst>
        </pc:spChg>
        <pc:spChg chg="add mod">
          <ac:chgData name="Sophie Krajmalnik" userId="d8473219222313f4" providerId="LiveId" clId="{5B020E79-B9AC-4783-88FC-06BC6A90EF29}" dt="2025-04-30T17:35:36.323" v="12943" actId="20577"/>
          <ac:spMkLst>
            <pc:docMk/>
            <pc:sldMk cId="367026083" sldId="296"/>
            <ac:spMk id="11" creationId="{97D40011-D877-6B49-D40F-6106FAD7DCDB}"/>
          </ac:spMkLst>
        </pc:spChg>
        <pc:spChg chg="add mod">
          <ac:chgData name="Sophie Krajmalnik" userId="d8473219222313f4" providerId="LiveId" clId="{5B020E79-B9AC-4783-88FC-06BC6A90EF29}" dt="2025-04-30T17:35:46.066" v="12962" actId="20577"/>
          <ac:spMkLst>
            <pc:docMk/>
            <pc:sldMk cId="367026083" sldId="296"/>
            <ac:spMk id="12" creationId="{84BC7FA1-6F3A-1575-0B98-DAC65E35EBCD}"/>
          </ac:spMkLst>
        </pc:spChg>
        <pc:graphicFrameChg chg="add mod">
          <ac:chgData name="Sophie Krajmalnik" userId="d8473219222313f4" providerId="LiveId" clId="{5B020E79-B9AC-4783-88FC-06BC6A90EF29}" dt="2025-05-01T02:31:31.172" v="16107" actId="1076"/>
          <ac:graphicFrameMkLst>
            <pc:docMk/>
            <pc:sldMk cId="367026083" sldId="296"/>
            <ac:graphicFrameMk id="2" creationId="{F38AC499-5FB6-4F50-FC0F-7FA8E3AE2013}"/>
          </ac:graphicFrameMkLst>
        </pc:graphicFrameChg>
        <pc:picChg chg="add del mod">
          <ac:chgData name="Sophie Krajmalnik" userId="d8473219222313f4" providerId="LiveId" clId="{5B020E79-B9AC-4783-88FC-06BC6A90EF29}" dt="2025-04-30T17:24:05.991" v="12563" actId="478"/>
          <ac:picMkLst>
            <pc:docMk/>
            <pc:sldMk cId="367026083" sldId="296"/>
            <ac:picMk id="3" creationId="{5691CA93-334C-85E5-A24E-B95D048A114D}"/>
          </ac:picMkLst>
        </pc:picChg>
        <pc:picChg chg="add mod">
          <ac:chgData name="Sophie Krajmalnik" userId="d8473219222313f4" providerId="LiveId" clId="{5B020E79-B9AC-4783-88FC-06BC6A90EF29}" dt="2025-04-30T17:44:21.899" v="13253" actId="34135"/>
          <ac:picMkLst>
            <pc:docMk/>
            <pc:sldMk cId="367026083" sldId="296"/>
            <ac:picMk id="4" creationId="{EE860B91-DDB3-A6E1-B85E-CB1A639D8706}"/>
          </ac:picMkLst>
        </pc:picChg>
      </pc:sldChg>
      <pc:sldChg chg="addSp modSp new mod">
        <pc:chgData name="Sophie Krajmalnik" userId="d8473219222313f4" providerId="LiveId" clId="{5B020E79-B9AC-4783-88FC-06BC6A90EF29}" dt="2025-04-30T17:43:51.526" v="13250" actId="20577"/>
        <pc:sldMkLst>
          <pc:docMk/>
          <pc:sldMk cId="4262338902" sldId="297"/>
        </pc:sldMkLst>
        <pc:spChg chg="mod">
          <ac:chgData name="Sophie Krajmalnik" userId="d8473219222313f4" providerId="LiveId" clId="{5B020E79-B9AC-4783-88FC-06BC6A90EF29}" dt="2025-04-30T03:01:05.578" v="8076" actId="27636"/>
          <ac:spMkLst>
            <pc:docMk/>
            <pc:sldMk cId="4262338902" sldId="297"/>
            <ac:spMk id="2" creationId="{F4515ED9-E4B4-CD41-6A2A-E7B968B078A1}"/>
          </ac:spMkLst>
        </pc:spChg>
        <pc:spChg chg="mod">
          <ac:chgData name="Sophie Krajmalnik" userId="d8473219222313f4" providerId="LiveId" clId="{5B020E79-B9AC-4783-88FC-06BC6A90EF29}" dt="2025-04-30T17:43:51.526" v="13250" actId="20577"/>
          <ac:spMkLst>
            <pc:docMk/>
            <pc:sldMk cId="4262338902" sldId="297"/>
            <ac:spMk id="3" creationId="{CD037136-AFEB-34CA-25DE-0335F23A5A3C}"/>
          </ac:spMkLst>
        </pc:spChg>
        <pc:spChg chg="add mod">
          <ac:chgData name="Sophie Krajmalnik" userId="d8473219222313f4" providerId="LiveId" clId="{5B020E79-B9AC-4783-88FC-06BC6A90EF29}" dt="2025-04-30T03:01:27.979" v="8095" actId="20577"/>
          <ac:spMkLst>
            <pc:docMk/>
            <pc:sldMk cId="4262338902" sldId="297"/>
            <ac:spMk id="4" creationId="{EB840AC9-F8B6-0E6B-C894-C0824CE97EB7}"/>
          </ac:spMkLst>
        </pc:spChg>
        <pc:graphicFrameChg chg="add mod modGraphic">
          <ac:chgData name="Sophie Krajmalnik" userId="d8473219222313f4" providerId="LiveId" clId="{5B020E79-B9AC-4783-88FC-06BC6A90EF29}" dt="2025-04-30T17:39:12.320" v="13154" actId="1076"/>
          <ac:graphicFrameMkLst>
            <pc:docMk/>
            <pc:sldMk cId="4262338902" sldId="297"/>
            <ac:graphicFrameMk id="5" creationId="{709E2FA7-D0E6-B935-C634-BBB10BD58889}"/>
          </ac:graphicFrameMkLst>
        </pc:graphicFrameChg>
      </pc:sldChg>
      <pc:sldChg chg="addSp modSp new mod">
        <pc:chgData name="Sophie Krajmalnik" userId="d8473219222313f4" providerId="LiveId" clId="{5B020E79-B9AC-4783-88FC-06BC6A90EF29}" dt="2025-04-30T14:16:43.488" v="8498" actId="1076"/>
        <pc:sldMkLst>
          <pc:docMk/>
          <pc:sldMk cId="3599461185" sldId="298"/>
        </pc:sldMkLst>
        <pc:spChg chg="mod">
          <ac:chgData name="Sophie Krajmalnik" userId="d8473219222313f4" providerId="LiveId" clId="{5B020E79-B9AC-4783-88FC-06BC6A90EF29}" dt="2025-04-30T14:16:27.865" v="8494" actId="1076"/>
          <ac:spMkLst>
            <pc:docMk/>
            <pc:sldMk cId="3599461185" sldId="298"/>
            <ac:spMk id="2" creationId="{EBB4F5A4-2FE0-433E-DB79-63C2EC83AEE6}"/>
          </ac:spMkLst>
        </pc:spChg>
        <pc:spChg chg="add mod">
          <ac:chgData name="Sophie Krajmalnik" userId="d8473219222313f4" providerId="LiveId" clId="{5B020E79-B9AC-4783-88FC-06BC6A90EF29}" dt="2025-04-30T14:16:43.488" v="8498" actId="1076"/>
          <ac:spMkLst>
            <pc:docMk/>
            <pc:sldMk cId="3599461185" sldId="298"/>
            <ac:spMk id="6" creationId="{EC746F7F-EE6E-9C98-E6EE-A72B2F700253}"/>
          </ac:spMkLst>
        </pc:spChg>
        <pc:picChg chg="add mod">
          <ac:chgData name="Sophie Krajmalnik" userId="d8473219222313f4" providerId="LiveId" clId="{5B020E79-B9AC-4783-88FC-06BC6A90EF29}" dt="2025-04-30T14:16:30.361" v="8496" actId="1076"/>
          <ac:picMkLst>
            <pc:docMk/>
            <pc:sldMk cId="3599461185" sldId="298"/>
            <ac:picMk id="4" creationId="{97C23601-AA43-7B5C-3CAA-BEF6D0EC6DB2}"/>
          </ac:picMkLst>
        </pc:picChg>
      </pc:sldChg>
      <pc:sldChg chg="addSp modSp new mod">
        <pc:chgData name="Sophie Krajmalnik" userId="d8473219222313f4" providerId="LiveId" clId="{5B020E79-B9AC-4783-88FC-06BC6A90EF29}" dt="2025-04-30T17:21:53.315" v="12196" actId="14100"/>
        <pc:sldMkLst>
          <pc:docMk/>
          <pc:sldMk cId="4208163390" sldId="299"/>
        </pc:sldMkLst>
        <pc:spChg chg="mod">
          <ac:chgData name="Sophie Krajmalnik" userId="d8473219222313f4" providerId="LiveId" clId="{5B020E79-B9AC-4783-88FC-06BC6A90EF29}" dt="2025-04-30T17:13:54.875" v="11244" actId="1076"/>
          <ac:spMkLst>
            <pc:docMk/>
            <pc:sldMk cId="4208163390" sldId="299"/>
            <ac:spMk id="2" creationId="{A5DBB26F-C633-B95A-5651-63B3C001DB8F}"/>
          </ac:spMkLst>
        </pc:spChg>
        <pc:spChg chg="add mod">
          <ac:chgData name="Sophie Krajmalnik" userId="d8473219222313f4" providerId="LiveId" clId="{5B020E79-B9AC-4783-88FC-06BC6A90EF29}" dt="2025-04-30T17:15:12.808" v="11390" actId="1076"/>
          <ac:spMkLst>
            <pc:docMk/>
            <pc:sldMk cId="4208163390" sldId="299"/>
            <ac:spMk id="5" creationId="{F218B04F-230D-7D8E-36CD-DA885B831D05}"/>
          </ac:spMkLst>
        </pc:spChg>
        <pc:spChg chg="add mod">
          <ac:chgData name="Sophie Krajmalnik" userId="d8473219222313f4" providerId="LiveId" clId="{5B020E79-B9AC-4783-88FC-06BC6A90EF29}" dt="2025-04-30T17:17:17.719" v="11694" actId="20577"/>
          <ac:spMkLst>
            <pc:docMk/>
            <pc:sldMk cId="4208163390" sldId="299"/>
            <ac:spMk id="8" creationId="{451A6D9A-EEDB-5859-0451-F9D5359E96FF}"/>
          </ac:spMkLst>
        </pc:spChg>
        <pc:spChg chg="add mod">
          <ac:chgData name="Sophie Krajmalnik" userId="d8473219222313f4" providerId="LiveId" clId="{5B020E79-B9AC-4783-88FC-06BC6A90EF29}" dt="2025-04-30T17:19:34.729" v="12068" actId="1076"/>
          <ac:spMkLst>
            <pc:docMk/>
            <pc:sldMk cId="4208163390" sldId="299"/>
            <ac:spMk id="11" creationId="{021D2C60-FC09-7C84-D478-A76472C1C88D}"/>
          </ac:spMkLst>
        </pc:spChg>
        <pc:spChg chg="add mod">
          <ac:chgData name="Sophie Krajmalnik" userId="d8473219222313f4" providerId="LiveId" clId="{5B020E79-B9AC-4783-88FC-06BC6A90EF29}" dt="2025-04-30T17:21:43.995" v="12192" actId="1076"/>
          <ac:spMkLst>
            <pc:docMk/>
            <pc:sldMk cId="4208163390" sldId="299"/>
            <ac:spMk id="14" creationId="{75EC6976-C87E-D6E7-6AB6-7E0A1E9DF95A}"/>
          </ac:spMkLst>
        </pc:spChg>
        <pc:picChg chg="add mod">
          <ac:chgData name="Sophie Krajmalnik" userId="d8473219222313f4" providerId="LiveId" clId="{5B020E79-B9AC-4783-88FC-06BC6A90EF29}" dt="2025-04-30T17:13:59.183" v="11246" actId="1076"/>
          <ac:picMkLst>
            <pc:docMk/>
            <pc:sldMk cId="4208163390" sldId="299"/>
            <ac:picMk id="4" creationId="{ED52BD11-D536-D385-0979-2E13C05D37BA}"/>
          </ac:picMkLst>
        </pc:picChg>
        <pc:cxnChg chg="add mod">
          <ac:chgData name="Sophie Krajmalnik" userId="d8473219222313f4" providerId="LiveId" clId="{5B020E79-B9AC-4783-88FC-06BC6A90EF29}" dt="2025-04-30T17:15:44.792" v="11393" actId="1582"/>
          <ac:cxnSpMkLst>
            <pc:docMk/>
            <pc:sldMk cId="4208163390" sldId="299"/>
            <ac:cxnSpMk id="7" creationId="{C70FA5C7-8B55-F66D-EE2E-C3B1BC80A36C}"/>
          </ac:cxnSpMkLst>
        </pc:cxnChg>
        <pc:cxnChg chg="add mod">
          <ac:chgData name="Sophie Krajmalnik" userId="d8473219222313f4" providerId="LiveId" clId="{5B020E79-B9AC-4783-88FC-06BC6A90EF29}" dt="2025-04-30T17:16:59.788" v="11638" actId="14100"/>
          <ac:cxnSpMkLst>
            <pc:docMk/>
            <pc:sldMk cId="4208163390" sldId="299"/>
            <ac:cxnSpMk id="9" creationId="{67462AA5-4A38-9450-70FC-288C85459920}"/>
          </ac:cxnSpMkLst>
        </pc:cxnChg>
        <pc:cxnChg chg="add mod">
          <ac:chgData name="Sophie Krajmalnik" userId="d8473219222313f4" providerId="LiveId" clId="{5B020E79-B9AC-4783-88FC-06BC6A90EF29}" dt="2025-04-30T17:19:46.300" v="12072" actId="1076"/>
          <ac:cxnSpMkLst>
            <pc:docMk/>
            <pc:sldMk cId="4208163390" sldId="299"/>
            <ac:cxnSpMk id="12" creationId="{5BC6A37C-0B41-2E4C-B5C4-E1B6EB713FF4}"/>
          </ac:cxnSpMkLst>
        </pc:cxnChg>
        <pc:cxnChg chg="add mod">
          <ac:chgData name="Sophie Krajmalnik" userId="d8473219222313f4" providerId="LiveId" clId="{5B020E79-B9AC-4783-88FC-06BC6A90EF29}" dt="2025-04-30T17:21:53.315" v="12196" actId="14100"/>
          <ac:cxnSpMkLst>
            <pc:docMk/>
            <pc:sldMk cId="4208163390" sldId="299"/>
            <ac:cxnSpMk id="15" creationId="{27036B2E-C932-F935-D881-59FB59A53564}"/>
          </ac:cxnSpMkLst>
        </pc:cxnChg>
      </pc:sldChg>
      <pc:sldChg chg="addSp delSp modSp new mod">
        <pc:chgData name="Sophie Krajmalnik" userId="d8473219222313f4" providerId="LiveId" clId="{5B020E79-B9AC-4783-88FC-06BC6A90EF29}" dt="2025-05-01T01:45:46.698" v="15588" actId="20577"/>
        <pc:sldMkLst>
          <pc:docMk/>
          <pc:sldMk cId="1994634601" sldId="300"/>
        </pc:sldMkLst>
        <pc:spChg chg="add del mod">
          <ac:chgData name="Sophie Krajmalnik" userId="d8473219222313f4" providerId="LiveId" clId="{5B020E79-B9AC-4783-88FC-06BC6A90EF29}" dt="2025-05-01T01:23:44.764" v="15035" actId="478"/>
          <ac:spMkLst>
            <pc:docMk/>
            <pc:sldMk cId="1994634601" sldId="300"/>
            <ac:spMk id="6" creationId="{78F1A158-890F-614D-1318-F55D1A7C7B02}"/>
          </ac:spMkLst>
        </pc:spChg>
        <pc:spChg chg="add del mod">
          <ac:chgData name="Sophie Krajmalnik" userId="d8473219222313f4" providerId="LiveId" clId="{5B020E79-B9AC-4783-88FC-06BC6A90EF29}" dt="2025-05-01T01:23:46.726" v="15036" actId="478"/>
          <ac:spMkLst>
            <pc:docMk/>
            <pc:sldMk cId="1994634601" sldId="300"/>
            <ac:spMk id="7" creationId="{8C4F4AAD-406A-6F0F-0E14-D80CB73D5B38}"/>
          </ac:spMkLst>
        </pc:spChg>
        <pc:spChg chg="add mod">
          <ac:chgData name="Sophie Krajmalnik" userId="d8473219222313f4" providerId="LiveId" clId="{5B020E79-B9AC-4783-88FC-06BC6A90EF29}" dt="2025-05-01T01:36:18.787" v="15368" actId="1582"/>
          <ac:spMkLst>
            <pc:docMk/>
            <pc:sldMk cId="1994634601" sldId="300"/>
            <ac:spMk id="8" creationId="{742E2321-0B8E-6E03-5A5A-5B78ABF6C540}"/>
          </ac:spMkLst>
        </pc:spChg>
        <pc:spChg chg="add mod">
          <ac:chgData name="Sophie Krajmalnik" userId="d8473219222313f4" providerId="LiveId" clId="{5B020E79-B9AC-4783-88FC-06BC6A90EF29}" dt="2025-05-01T01:45:46.698" v="15588" actId="20577"/>
          <ac:spMkLst>
            <pc:docMk/>
            <pc:sldMk cId="1994634601" sldId="300"/>
            <ac:spMk id="9" creationId="{A09C79E1-4ECD-63F3-A5AA-9EA8D7188DF1}"/>
          </ac:spMkLst>
        </pc:spChg>
        <pc:picChg chg="add del mod">
          <ac:chgData name="Sophie Krajmalnik" userId="d8473219222313f4" providerId="LiveId" clId="{5B020E79-B9AC-4783-88FC-06BC6A90EF29}" dt="2025-05-01T01:20:15.259" v="15015" actId="478"/>
          <ac:picMkLst>
            <pc:docMk/>
            <pc:sldMk cId="1994634601" sldId="300"/>
            <ac:picMk id="3" creationId="{755EFD4F-9AC7-EDA2-1BF8-9B01F3DC627B}"/>
          </ac:picMkLst>
        </pc:picChg>
        <pc:picChg chg="add mod">
          <ac:chgData name="Sophie Krajmalnik" userId="d8473219222313f4" providerId="LiveId" clId="{5B020E79-B9AC-4783-88FC-06BC6A90EF29}" dt="2025-05-01T01:22:46.944" v="15030" actId="34135"/>
          <ac:picMkLst>
            <pc:docMk/>
            <pc:sldMk cId="1994634601" sldId="300"/>
            <ac:picMk id="5" creationId="{4A7957DD-7AB6-4642-A30D-BA1D00442C82}"/>
          </ac:picMkLst>
        </pc:picChg>
      </pc:sldChg>
      <pc:sldChg chg="addSp modSp new mod modAnim">
        <pc:chgData name="Sophie Krajmalnik" userId="d8473219222313f4" providerId="LiveId" clId="{5B020E79-B9AC-4783-88FC-06BC6A90EF29}" dt="2025-05-01T20:06:56.719" v="16753" actId="14100"/>
        <pc:sldMkLst>
          <pc:docMk/>
          <pc:sldMk cId="1869123321" sldId="301"/>
        </pc:sldMkLst>
        <pc:spChg chg="add mod">
          <ac:chgData name="Sophie Krajmalnik" userId="d8473219222313f4" providerId="LiveId" clId="{5B020E79-B9AC-4783-88FC-06BC6A90EF29}" dt="2025-05-01T20:06:56.719" v="16753" actId="14100"/>
          <ac:spMkLst>
            <pc:docMk/>
            <pc:sldMk cId="1869123321" sldId="301"/>
            <ac:spMk id="2" creationId="{05CA8394-9B97-4D1A-CC4A-7C7991D36209}"/>
          </ac:spMkLst>
        </pc:spChg>
        <pc:spChg chg="add mod">
          <ac:chgData name="Sophie Krajmalnik" userId="d8473219222313f4" providerId="LiveId" clId="{5B020E79-B9AC-4783-88FC-06BC6A90EF29}" dt="2025-05-01T01:50:38.218" v="15942" actId="20577"/>
          <ac:spMkLst>
            <pc:docMk/>
            <pc:sldMk cId="1869123321" sldId="301"/>
            <ac:spMk id="4" creationId="{AA1CB8BB-183B-26E0-40CD-A3D60F606448}"/>
          </ac:spMkLst>
        </pc:spChg>
        <pc:spChg chg="add mod">
          <ac:chgData name="Sophie Krajmalnik" userId="d8473219222313f4" providerId="LiveId" clId="{5B020E79-B9AC-4783-88FC-06BC6A90EF29}" dt="2025-05-01T01:55:27.256" v="16094" actId="1076"/>
          <ac:spMkLst>
            <pc:docMk/>
            <pc:sldMk cId="1869123321" sldId="301"/>
            <ac:spMk id="5" creationId="{FBB8E54F-B83F-208E-0E74-96A03B4EF12A}"/>
          </ac:spMkLst>
        </pc:spChg>
        <pc:spChg chg="add mod">
          <ac:chgData name="Sophie Krajmalnik" userId="d8473219222313f4" providerId="LiveId" clId="{5B020E79-B9AC-4783-88FC-06BC6A90EF29}" dt="2025-05-01T01:55:36.024" v="16097" actId="14100"/>
          <ac:spMkLst>
            <pc:docMk/>
            <pc:sldMk cId="1869123321" sldId="301"/>
            <ac:spMk id="6" creationId="{24A6539C-BDD2-7BF2-4C1C-BED04B57F070}"/>
          </ac:spMkLst>
        </pc:spChg>
        <pc:spChg chg="add mod">
          <ac:chgData name="Sophie Krajmalnik" userId="d8473219222313f4" providerId="LiveId" clId="{5B020E79-B9AC-4783-88FC-06BC6A90EF29}" dt="2025-05-01T01:55:44.313" v="16099" actId="1076"/>
          <ac:spMkLst>
            <pc:docMk/>
            <pc:sldMk cId="1869123321" sldId="301"/>
            <ac:spMk id="7" creationId="{141BDC9F-5030-F417-1B0F-672BB31DB5B5}"/>
          </ac:spMkLst>
        </pc:spChg>
        <pc:spChg chg="add mod">
          <ac:chgData name="Sophie Krajmalnik" userId="d8473219222313f4" providerId="LiveId" clId="{5B020E79-B9AC-4783-88FC-06BC6A90EF29}" dt="2025-05-01T01:55:51.645" v="16101" actId="1076"/>
          <ac:spMkLst>
            <pc:docMk/>
            <pc:sldMk cId="1869123321" sldId="301"/>
            <ac:spMk id="8" creationId="{36BED264-4A4B-9901-BCE4-314536CC2A88}"/>
          </ac:spMkLst>
        </pc:spChg>
        <pc:picChg chg="add mod modCrop">
          <ac:chgData name="Sophie Krajmalnik" userId="d8473219222313f4" providerId="LiveId" clId="{5B020E79-B9AC-4783-88FC-06BC6A90EF29}" dt="2025-05-01T01:46:22.480" v="15589" actId="34135"/>
          <ac:picMkLst>
            <pc:docMk/>
            <pc:sldMk cId="1869123321" sldId="301"/>
            <ac:picMk id="3" creationId="{B01F6EA8-DFD1-B849-93DF-DDB8FE93EECF}"/>
          </ac:picMkLst>
        </pc:picChg>
      </pc:sldChg>
      <pc:sldChg chg="addSp delSp modSp new mod modMedia setBg addAnim delAnim modAnim setClrOvrMap">
        <pc:chgData name="Sophie Krajmalnik" userId="d8473219222313f4" providerId="LiveId" clId="{5B020E79-B9AC-4783-88FC-06BC6A90EF29}" dt="2025-05-01T19:27:04.653" v="16244"/>
        <pc:sldMkLst>
          <pc:docMk/>
          <pc:sldMk cId="3362751299" sldId="302"/>
        </pc:sldMkLst>
        <pc:spChg chg="del mod">
          <ac:chgData name="Sophie Krajmalnik" userId="d8473219222313f4" providerId="LiveId" clId="{5B020E79-B9AC-4783-88FC-06BC6A90EF29}" dt="2025-05-01T02:32:48.630" v="16153" actId="478"/>
          <ac:spMkLst>
            <pc:docMk/>
            <pc:sldMk cId="3362751299" sldId="302"/>
            <ac:spMk id="2" creationId="{80BBB63F-7DF1-E694-379B-D9577E24EF24}"/>
          </ac:spMkLst>
        </pc:spChg>
        <pc:spChg chg="add mod ord">
          <ac:chgData name="Sophie Krajmalnik" userId="d8473219222313f4" providerId="LiveId" clId="{5B020E79-B9AC-4783-88FC-06BC6A90EF29}" dt="2025-05-01T19:26:58.688" v="16242" actId="1076"/>
          <ac:spMkLst>
            <pc:docMk/>
            <pc:sldMk cId="3362751299" sldId="302"/>
            <ac:spMk id="3" creationId="{35048DCC-F76B-7235-A1EE-CC2F1EFDE297}"/>
          </ac:spMkLst>
        </pc:spChg>
        <pc:spChg chg="add del mod">
          <ac:chgData name="Sophie Krajmalnik" userId="d8473219222313f4" providerId="LiveId" clId="{5B020E79-B9AC-4783-88FC-06BC6A90EF29}" dt="2025-05-01T19:26:54.231" v="16241" actId="478"/>
          <ac:spMkLst>
            <pc:docMk/>
            <pc:sldMk cId="3362751299" sldId="302"/>
            <ac:spMk id="4" creationId="{59A1C225-4922-0218-9318-0F7A3663A873}"/>
          </ac:spMkLst>
        </pc:spChg>
        <pc:spChg chg="add del mod">
          <ac:chgData name="Sophie Krajmalnik" userId="d8473219222313f4" providerId="LiveId" clId="{5B020E79-B9AC-4783-88FC-06BC6A90EF29}" dt="2025-05-01T02:33:19.741" v="16167" actId="478"/>
          <ac:spMkLst>
            <pc:docMk/>
            <pc:sldMk cId="3362751299" sldId="302"/>
            <ac:spMk id="5" creationId="{D712ABB4-24A7-836E-5D27-F0DB6A6B92E5}"/>
          </ac:spMkLst>
        </pc:spChg>
        <pc:spChg chg="add del mod">
          <ac:chgData name="Sophie Krajmalnik" userId="d8473219222313f4" providerId="LiveId" clId="{5B020E79-B9AC-4783-88FC-06BC6A90EF29}" dt="2025-05-01T19:25:20.196" v="16184" actId="21"/>
          <ac:spMkLst>
            <pc:docMk/>
            <pc:sldMk cId="3362751299" sldId="302"/>
            <ac:spMk id="7" creationId="{946A2145-38F3-4C5B-238B-C8F199989219}"/>
          </ac:spMkLst>
        </pc:spChg>
        <pc:spChg chg="add del">
          <ac:chgData name="Sophie Krajmalnik" userId="d8473219222313f4" providerId="LiveId" clId="{5B020E79-B9AC-4783-88FC-06BC6A90EF29}" dt="2025-05-01T02:33:07.159" v="16164" actId="26606"/>
          <ac:spMkLst>
            <pc:docMk/>
            <pc:sldMk cId="3362751299" sldId="302"/>
            <ac:spMk id="10" creationId="{59A9681A-2486-4655-A876-E26402CA2EF6}"/>
          </ac:spMkLst>
        </pc:spChg>
        <pc:spChg chg="add del">
          <ac:chgData name="Sophie Krajmalnik" userId="d8473219222313f4" providerId="LiveId" clId="{5B020E79-B9AC-4783-88FC-06BC6A90EF29}" dt="2025-05-01T02:33:07.159" v="16164" actId="26606"/>
          <ac:spMkLst>
            <pc:docMk/>
            <pc:sldMk cId="3362751299" sldId="302"/>
            <ac:spMk id="12" creationId="{C9BB6818-31C2-4340-98F8-64FF7F46A414}"/>
          </ac:spMkLst>
        </pc:spChg>
        <pc:spChg chg="add">
          <ac:chgData name="Sophie Krajmalnik" userId="d8473219222313f4" providerId="LiveId" clId="{5B020E79-B9AC-4783-88FC-06BC6A90EF29}" dt="2025-05-01T02:33:07.159" v="16164" actId="26606"/>
          <ac:spMkLst>
            <pc:docMk/>
            <pc:sldMk cId="3362751299" sldId="302"/>
            <ac:spMk id="22" creationId="{19F9BF86-FE94-4517-B97D-026C7515E589}"/>
          </ac:spMkLst>
        </pc:spChg>
        <pc:spChg chg="add">
          <ac:chgData name="Sophie Krajmalnik" userId="d8473219222313f4" providerId="LiveId" clId="{5B020E79-B9AC-4783-88FC-06BC6A90EF29}" dt="2025-05-01T02:33:07.159" v="16164" actId="26606"/>
          <ac:spMkLst>
            <pc:docMk/>
            <pc:sldMk cId="3362751299" sldId="302"/>
            <ac:spMk id="24" creationId="{D50741CA-59A3-4426-8205-D763C968E879}"/>
          </ac:spMkLst>
        </pc:spChg>
        <pc:picChg chg="add del mod">
          <ac:chgData name="Sophie Krajmalnik" userId="d8473219222313f4" providerId="LiveId" clId="{5B020E79-B9AC-4783-88FC-06BC6A90EF29}" dt="2025-05-01T02:32:53.186" v="16156" actId="478"/>
          <ac:picMkLst>
            <pc:docMk/>
            <pc:sldMk cId="3362751299" sldId="302"/>
            <ac:picMk id="4" creationId="{F9ED3662-3F72-1501-F72F-2B69B6C34176}"/>
          </ac:picMkLst>
        </pc:picChg>
        <pc:picChg chg="add del mod">
          <ac:chgData name="Sophie Krajmalnik" userId="d8473219222313f4" providerId="LiveId" clId="{5B020E79-B9AC-4783-88FC-06BC6A90EF29}" dt="2025-05-01T19:26:38.413" v="16238" actId="34135"/>
          <ac:picMkLst>
            <pc:docMk/>
            <pc:sldMk cId="3362751299" sldId="302"/>
            <ac:picMk id="16" creationId="{B5F236A7-F6AA-4515-599B-D0E5570AF550}"/>
          </ac:picMkLst>
        </pc:picChg>
        <pc:cxnChg chg="add del">
          <ac:chgData name="Sophie Krajmalnik" userId="d8473219222313f4" providerId="LiveId" clId="{5B020E79-B9AC-4783-88FC-06BC6A90EF29}" dt="2025-05-01T02:33:07.159" v="16164" actId="26606"/>
          <ac:cxnSpMkLst>
            <pc:docMk/>
            <pc:sldMk cId="3362751299" sldId="302"/>
            <ac:cxnSpMk id="8" creationId="{118E06E4-607B-144B-382B-AD3D06B1EE8C}"/>
          </ac:cxnSpMkLst>
        </pc:cxnChg>
        <pc:cxnChg chg="add del">
          <ac:chgData name="Sophie Krajmalnik" userId="d8473219222313f4" providerId="LiveId" clId="{5B020E79-B9AC-4783-88FC-06BC6A90EF29}" dt="2025-05-01T02:33:07.159" v="16164" actId="26606"/>
          <ac:cxnSpMkLst>
            <pc:docMk/>
            <pc:sldMk cId="3362751299" sldId="302"/>
            <ac:cxnSpMk id="14" creationId="{F0CE0765-E93C-4D37-9D5F-D464EFB10FA7}"/>
          </ac:cxnSpMkLst>
        </pc:cxnChg>
        <pc:cxnChg chg="add">
          <ac:chgData name="Sophie Krajmalnik" userId="d8473219222313f4" providerId="LiveId" clId="{5B020E79-B9AC-4783-88FC-06BC6A90EF29}" dt="2025-05-01T02:33:07.159" v="16164" actId="26606"/>
          <ac:cxnSpMkLst>
            <pc:docMk/>
            <pc:sldMk cId="3362751299" sldId="302"/>
            <ac:cxnSpMk id="20" creationId="{118E06E4-607B-144B-382B-AD3D06B1EE8C}"/>
          </ac:cxnSpMkLst>
        </pc:cxnChg>
        <pc:cxnChg chg="add">
          <ac:chgData name="Sophie Krajmalnik" userId="d8473219222313f4" providerId="LiveId" clId="{5B020E79-B9AC-4783-88FC-06BC6A90EF29}" dt="2025-05-01T02:33:07.159" v="16164" actId="26606"/>
          <ac:cxnSpMkLst>
            <pc:docMk/>
            <pc:sldMk cId="3362751299" sldId="302"/>
            <ac:cxnSpMk id="26" creationId="{B05D162C-996E-4B39-A3EF-DB9D0EEF2E33}"/>
          </ac:cxnSpMkLst>
        </pc:cxn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D8473219222313F4/Documents/Bioinformatics%20Project%20Sheet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D8473219222313F4/Documents/Bioinformatics%20Project%20Sheets.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[Bioinformatics Project Sheets.xlsx]Prokaryotic Thermophile HSP Seq!PivotTable5</c:name>
    <c:fmtId val="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Class</a:t>
            </a:r>
            <a:r>
              <a:rPr lang="en-US" baseline="0"/>
              <a:t> Distribution Among Thermophilic Prokaryote Hsp Sequence Sample</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pivotFmt>
    </c:pivotFmts>
    <c:plotArea>
      <c:layout/>
      <c:pieChart>
        <c:varyColors val="1"/>
        <c:ser>
          <c:idx val="0"/>
          <c:order val="0"/>
          <c:tx>
            <c:strRef>
              <c:f>'Prokaryotic Thermophile HSP Seq'!$H$2</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0A8-42C8-AEAE-65706172DA1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0A8-42C8-AEAE-65706172DA1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0A8-42C8-AEAE-65706172DA18}"/>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0A8-42C8-AEAE-65706172DA18}"/>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C0A8-42C8-AEAE-65706172DA18}"/>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C0A8-42C8-AEAE-65706172DA18}"/>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'Prokaryotic Thermophile HSP Seq'!$G$3:$G$9</c:f>
              <c:strCache>
                <c:ptCount val="6"/>
                <c:pt idx="0">
                  <c:v>Archaeoglobi</c:v>
                </c:pt>
                <c:pt idx="1">
                  <c:v>Methanobacteria</c:v>
                </c:pt>
                <c:pt idx="2">
                  <c:v>Methanococci</c:v>
                </c:pt>
                <c:pt idx="3">
                  <c:v>Methanomicrobia</c:v>
                </c:pt>
                <c:pt idx="4">
                  <c:v>Thermococci</c:v>
                </c:pt>
                <c:pt idx="5">
                  <c:v>Thermoprotei</c:v>
                </c:pt>
              </c:strCache>
            </c:strRef>
          </c:cat>
          <c:val>
            <c:numRef>
              <c:f>'Prokaryotic Thermophile HSP Seq'!$H$3:$H$9</c:f>
              <c:numCache>
                <c:formatCode>General</c:formatCode>
                <c:ptCount val="6"/>
                <c:pt idx="0">
                  <c:v>3</c:v>
                </c:pt>
                <c:pt idx="1">
                  <c:v>1</c:v>
                </c:pt>
                <c:pt idx="2">
                  <c:v>6</c:v>
                </c:pt>
                <c:pt idx="3">
                  <c:v>1</c:v>
                </c:pt>
                <c:pt idx="4">
                  <c:v>22</c:v>
                </c:pt>
                <c:pt idx="5">
                  <c:v>32</c:v>
                </c:pt>
              </c:numCache>
            </c:numRef>
          </c:val>
          <c:extLst>
            <c:ext xmlns:c16="http://schemas.microsoft.com/office/drawing/2014/chart" uri="{C3380CC4-5D6E-409C-BE32-E72D297353CC}">
              <c16:uniqueId val="{0000000C-C0A8-42C8-AEAE-65706172DA18}"/>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[Bioinformatics Project Sheets.xlsx]PSIBLAST Eukaryotic Orthologs!PivotTable1</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Eukaryotic</a:t>
            </a:r>
            <a:r>
              <a:rPr lang="en-US" baseline="0" dirty="0"/>
              <a:t> Organisms Represented in PSI-BLAST Hits</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pivotFmt>
      <c:pivotFmt>
        <c:idx val="21"/>
        <c:spPr>
          <a:solidFill>
            <a:schemeClr val="accent1"/>
          </a:solidFill>
          <a:ln w="19050">
            <a:solidFill>
              <a:schemeClr val="lt1"/>
            </a:solidFill>
          </a:ln>
          <a:effectLst/>
        </c:spPr>
      </c:pivotFmt>
      <c:pivotFmt>
        <c:idx val="22"/>
        <c:spPr>
          <a:solidFill>
            <a:schemeClr val="accent1"/>
          </a:solidFill>
          <a:ln w="19050">
            <a:solidFill>
              <a:schemeClr val="lt1"/>
            </a:solidFill>
          </a:ln>
          <a:effectLst/>
        </c:spPr>
      </c:pivotFmt>
      <c:pivotFmt>
        <c:idx val="23"/>
        <c:spPr>
          <a:solidFill>
            <a:schemeClr val="accent1"/>
          </a:solidFill>
          <a:ln w="19050">
            <a:solidFill>
              <a:schemeClr val="lt1"/>
            </a:solidFill>
          </a:ln>
          <a:effectLst/>
        </c:spPr>
      </c:pivotFmt>
      <c:pivotFmt>
        <c:idx val="24"/>
        <c:spPr>
          <a:solidFill>
            <a:schemeClr val="accent1"/>
          </a:solidFill>
          <a:ln w="19050">
            <a:solidFill>
              <a:schemeClr val="lt1"/>
            </a:solidFill>
          </a:ln>
          <a:effectLst/>
        </c:spPr>
      </c:pivotFmt>
      <c:pivotFmt>
        <c:idx val="25"/>
        <c:spPr>
          <a:solidFill>
            <a:schemeClr val="accent1"/>
          </a:solidFill>
          <a:ln w="19050">
            <a:solidFill>
              <a:schemeClr val="lt1"/>
            </a:solidFill>
          </a:ln>
          <a:effectLst/>
        </c:spPr>
      </c:pivotFmt>
      <c:pivotFmt>
        <c:idx val="26"/>
        <c:spPr>
          <a:solidFill>
            <a:schemeClr val="accent1"/>
          </a:solidFill>
          <a:ln w="19050">
            <a:solidFill>
              <a:schemeClr val="lt1"/>
            </a:solidFill>
          </a:ln>
          <a:effectLst/>
        </c:spPr>
      </c:pivotFmt>
      <c:pivotFmt>
        <c:idx val="27"/>
        <c:spPr>
          <a:solidFill>
            <a:schemeClr val="accent1"/>
          </a:solidFill>
          <a:ln w="19050">
            <a:solidFill>
              <a:schemeClr val="lt1"/>
            </a:solidFill>
          </a:ln>
          <a:effectLst/>
        </c:spPr>
      </c:pivotFmt>
      <c:pivotFmt>
        <c:idx val="2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9"/>
        <c:spPr>
          <a:solidFill>
            <a:schemeClr val="accent1"/>
          </a:solidFill>
          <a:ln w="19050">
            <a:solidFill>
              <a:schemeClr val="lt1"/>
            </a:solidFill>
          </a:ln>
          <a:effectLst/>
        </c:spPr>
      </c:pivotFmt>
      <c:pivotFmt>
        <c:idx val="30"/>
        <c:spPr>
          <a:solidFill>
            <a:schemeClr val="accent1"/>
          </a:solidFill>
          <a:ln w="19050">
            <a:solidFill>
              <a:schemeClr val="lt1"/>
            </a:solidFill>
          </a:ln>
          <a:effectLst/>
        </c:spPr>
      </c:pivotFmt>
      <c:pivotFmt>
        <c:idx val="31"/>
        <c:spPr>
          <a:solidFill>
            <a:schemeClr val="accent1"/>
          </a:solidFill>
          <a:ln w="19050">
            <a:solidFill>
              <a:schemeClr val="lt1"/>
            </a:solidFill>
          </a:ln>
          <a:effectLst/>
        </c:spPr>
      </c:pivotFmt>
      <c:pivotFmt>
        <c:idx val="32"/>
        <c:spPr>
          <a:solidFill>
            <a:schemeClr val="accent1"/>
          </a:solidFill>
          <a:ln w="19050">
            <a:solidFill>
              <a:schemeClr val="lt1"/>
            </a:solidFill>
          </a:ln>
          <a:effectLst/>
        </c:spPr>
      </c:pivotFmt>
      <c:pivotFmt>
        <c:idx val="33"/>
        <c:spPr>
          <a:solidFill>
            <a:schemeClr val="accent1"/>
          </a:solidFill>
          <a:ln w="19050">
            <a:solidFill>
              <a:schemeClr val="lt1"/>
            </a:solidFill>
          </a:ln>
          <a:effectLst/>
        </c:spPr>
      </c:pivotFmt>
      <c:pivotFmt>
        <c:idx val="34"/>
        <c:spPr>
          <a:solidFill>
            <a:schemeClr val="accent1"/>
          </a:solidFill>
          <a:ln w="19050">
            <a:solidFill>
              <a:schemeClr val="lt1"/>
            </a:solidFill>
          </a:ln>
          <a:effectLst/>
        </c:spPr>
      </c:pivotFmt>
      <c:pivotFmt>
        <c:idx val="35"/>
        <c:spPr>
          <a:solidFill>
            <a:schemeClr val="accent1"/>
          </a:solidFill>
          <a:ln w="19050">
            <a:solidFill>
              <a:schemeClr val="lt1"/>
            </a:solidFill>
          </a:ln>
          <a:effectLst/>
        </c:spPr>
      </c:pivotFmt>
      <c:pivotFmt>
        <c:idx val="36"/>
        <c:spPr>
          <a:solidFill>
            <a:schemeClr val="accent1"/>
          </a:solidFill>
          <a:ln w="19050">
            <a:solidFill>
              <a:schemeClr val="lt1"/>
            </a:solidFill>
          </a:ln>
          <a:effectLst/>
        </c:spPr>
      </c:pivotFmt>
      <c:pivotFmt>
        <c:idx val="37"/>
        <c:spPr>
          <a:solidFill>
            <a:schemeClr val="accent1"/>
          </a:solidFill>
          <a:ln w="19050">
            <a:solidFill>
              <a:schemeClr val="lt1"/>
            </a:solidFill>
          </a:ln>
          <a:effectLst/>
        </c:spPr>
      </c:pivotFmt>
      <c:pivotFmt>
        <c:idx val="38"/>
        <c:spPr>
          <a:solidFill>
            <a:schemeClr val="accent1"/>
          </a:solidFill>
          <a:ln w="19050">
            <a:solidFill>
              <a:schemeClr val="lt1"/>
            </a:solidFill>
          </a:ln>
          <a:effectLst/>
        </c:spPr>
      </c:pivotFmt>
      <c:pivotFmt>
        <c:idx val="39"/>
        <c:spPr>
          <a:solidFill>
            <a:schemeClr val="accent1"/>
          </a:solidFill>
          <a:ln w="19050">
            <a:solidFill>
              <a:schemeClr val="lt1"/>
            </a:solidFill>
          </a:ln>
          <a:effectLst/>
        </c:spPr>
      </c:pivotFmt>
      <c:pivotFmt>
        <c:idx val="40"/>
        <c:spPr>
          <a:solidFill>
            <a:schemeClr val="accent1"/>
          </a:solidFill>
          <a:ln w="19050">
            <a:solidFill>
              <a:schemeClr val="lt1"/>
            </a:solidFill>
          </a:ln>
          <a:effectLst/>
        </c:spPr>
      </c:pivotFmt>
      <c:pivotFmt>
        <c:idx val="41"/>
        <c:spPr>
          <a:solidFill>
            <a:schemeClr val="accent1"/>
          </a:solidFill>
          <a:ln w="19050">
            <a:solidFill>
              <a:schemeClr val="lt1"/>
            </a:solidFill>
          </a:ln>
          <a:effectLst/>
        </c:spPr>
      </c:pivotFmt>
    </c:pivotFmts>
    <c:plotArea>
      <c:layout/>
      <c:pieChart>
        <c:varyColors val="1"/>
        <c:ser>
          <c:idx val="0"/>
          <c:order val="0"/>
          <c:tx>
            <c:strRef>
              <c:f>'PSIBLAST Eukaryotic Orthologs'!$C$34</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68B-4177-9ACF-2F6097A5B5D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68B-4177-9ACF-2F6097A5B5D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068B-4177-9ACF-2F6097A5B5D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068B-4177-9ACF-2F6097A5B5DB}"/>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068B-4177-9ACF-2F6097A5B5DB}"/>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068B-4177-9ACF-2F6097A5B5DB}"/>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068B-4177-9ACF-2F6097A5B5DB}"/>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068B-4177-9ACF-2F6097A5B5DB}"/>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068B-4177-9ACF-2F6097A5B5DB}"/>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068B-4177-9ACF-2F6097A5B5DB}"/>
              </c:ext>
            </c:extLst>
          </c:dPt>
          <c:dPt>
            <c:idx val="10"/>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15-068B-4177-9ACF-2F6097A5B5DB}"/>
              </c:ext>
            </c:extLst>
          </c:dPt>
          <c:dPt>
            <c:idx val="11"/>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17-068B-4177-9ACF-2F6097A5B5DB}"/>
              </c:ext>
            </c:extLst>
          </c:dPt>
          <c:dPt>
            <c:idx val="12"/>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19-068B-4177-9ACF-2F6097A5B5DB}"/>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'PSIBLAST Eukaryotic Orthologs'!$B$35:$B$48</c:f>
              <c:strCache>
                <c:ptCount val="13"/>
                <c:pt idx="0">
                  <c:v> [Acaulospora colombiana]</c:v>
                </c:pt>
                <c:pt idx="1">
                  <c:v>[Acaulospora colombiana]</c:v>
                </c:pt>
                <c:pt idx="2">
                  <c:v>[Acaulospora morrowiae]</c:v>
                </c:pt>
                <c:pt idx="3">
                  <c:v>[Dissophora ornata]</c:v>
                </c:pt>
                <c:pt idx="4">
                  <c:v>[Gigaspora margarita]</c:v>
                </c:pt>
                <c:pt idx="5">
                  <c:v>[Linnemannia elongata]</c:v>
                </c:pt>
                <c:pt idx="6">
                  <c:v>[Lotus japonicus]</c:v>
                </c:pt>
                <c:pt idx="7">
                  <c:v>[Mortierella sp. 14UC]</c:v>
                </c:pt>
                <c:pt idx="8">
                  <c:v>[Perilla frutescens var. frutescens]</c:v>
                </c:pt>
                <c:pt idx="9">
                  <c:v>[Quillaja saponaria]</c:v>
                </c:pt>
                <c:pt idx="10">
                  <c:v>[Sesamum alatum]</c:v>
                </c:pt>
                <c:pt idx="11">
                  <c:v>[Spatholobus suberectus]</c:v>
                </c:pt>
                <c:pt idx="12">
                  <c:v>[Ziziphus jujuba]</c:v>
                </c:pt>
              </c:strCache>
            </c:strRef>
          </c:cat>
          <c:val>
            <c:numRef>
              <c:f>'PSIBLAST Eukaryotic Orthologs'!$C$35:$C$48</c:f>
              <c:numCache>
                <c:formatCode>General</c:formatCode>
                <c:ptCount val="13"/>
                <c:pt idx="0">
                  <c:v>1</c:v>
                </c:pt>
                <c:pt idx="1">
                  <c:v>4</c:v>
                </c:pt>
                <c:pt idx="2">
                  <c:v>3</c:v>
                </c:pt>
                <c:pt idx="3">
                  <c:v>1</c:v>
                </c:pt>
                <c:pt idx="4">
                  <c:v>1</c:v>
                </c:pt>
                <c:pt idx="5">
                  <c:v>8</c:v>
                </c:pt>
                <c:pt idx="6">
                  <c:v>1</c:v>
                </c:pt>
                <c:pt idx="7">
                  <c:v>6</c:v>
                </c:pt>
                <c:pt idx="8">
                  <c:v>1</c:v>
                </c:pt>
                <c:pt idx="9">
                  <c:v>1</c:v>
                </c:pt>
                <c:pt idx="10">
                  <c:v>1</c:v>
                </c:pt>
                <c:pt idx="11">
                  <c:v>1</c:v>
                </c:pt>
                <c:pt idx="12">
                  <c:v>1</c:v>
                </c:pt>
              </c:numCache>
            </c:numRef>
          </c:val>
          <c:extLst>
            <c:ext xmlns:c16="http://schemas.microsoft.com/office/drawing/2014/chart" uri="{C3380CC4-5D6E-409C-BE32-E72D297353CC}">
              <c16:uniqueId val="{0000001A-068B-4177-9ACF-2F6097A5B5DB}"/>
            </c:ext>
          </c:extLst>
        </c:ser>
        <c:dLbls>
          <c:showLegendKey val="0"/>
          <c:showVal val="0"/>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0C_7F7CBDE2.xml><?xml version="1.0" encoding="utf-8"?>
<p188:cmLst xmlns:a="http://schemas.openxmlformats.org/drawingml/2006/main" xmlns:r="http://schemas.openxmlformats.org/officeDocument/2006/relationships" xmlns:p188="http://schemas.microsoft.com/office/powerpoint/2018/8/main">
  <p188:cm id="{4E241E66-DBFC-4918-B075-98620BB40CD4}" authorId="{6623506C-AD77-3C36-C4CC-6E752F7C0FA1}" status="resolved" created="2025-04-29T03:25:33.781" complete="100000">
    <ac:txMkLst xmlns:ac="http://schemas.microsoft.com/office/drawing/2013/main/command">
      <pc:docMk xmlns:pc="http://schemas.microsoft.com/office/powerpoint/2013/main/command"/>
      <pc:sldMk xmlns:pc="http://schemas.microsoft.com/office/powerpoint/2013/main/command" cId="2138881506" sldId="268"/>
      <ac:spMk id="3" creationId="{E51731AD-6316-C11E-F64A-0018E148943C}"/>
      <ac:txMk cp="634" len="671">
        <ac:context len="1393" hash="1477667877"/>
      </ac:txMk>
    </ac:txMkLst>
    <p188:pos x="9845502" y="2130744"/>
    <p188:txBody>
      <a:bodyPr/>
      <a:lstStyle/>
      <a:p>
        <a:r>
          <a:rPr lang="en-US"/>
          <a:t>ANALYSIS</a:t>
        </a:r>
      </a:p>
    </p188:txBody>
  </p188:cm>
</p188:cmLst>
</file>

<file path=ppt/comments/modernComment_111_A75EE513.xml><?xml version="1.0" encoding="utf-8"?>
<p188:cmLst xmlns:a="http://schemas.openxmlformats.org/drawingml/2006/main" xmlns:r="http://schemas.openxmlformats.org/officeDocument/2006/relationships" xmlns:p188="http://schemas.microsoft.com/office/powerpoint/2018/8/main">
  <p188:cm id="{0603BC1C-4016-436D-B856-92909DAA3A20}" authorId="{6623506C-AD77-3C36-C4CC-6E752F7C0FA1}" status="resolved" created="2025-04-29T03:25:46.781" complete="100000">
    <ac:txMkLst xmlns:ac="http://schemas.microsoft.com/office/drawing/2013/main/command">
      <pc:docMk xmlns:pc="http://schemas.microsoft.com/office/powerpoint/2013/main/command"/>
      <pc:sldMk xmlns:pc="http://schemas.microsoft.com/office/powerpoint/2013/main/command" cId="2808014099" sldId="273"/>
      <ac:spMk id="3" creationId="{E4595778-D080-023D-FC74-3FCE9BF5507A}"/>
      <ac:txMk cp="257" len="46">
        <ac:context len="966" hash="1202708275"/>
      </ac:txMk>
    </ac:txMkLst>
    <p188:pos x="5421761" y="1688961"/>
    <p188:txBody>
      <a:bodyPr/>
      <a:lstStyle/>
      <a:p>
        <a:r>
          <a:rPr lang="en-US"/>
          <a:t>analysis</a:t>
        </a:r>
      </a:p>
    </p188:txBody>
  </p188:cm>
</p188:cmLst>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F5C3F9-5809-453E-872B-F52033DEBABC}" type="doc">
      <dgm:prSet loTypeId="urn:microsoft.com/office/officeart/2018/2/layout/IconVerticalSolidList" loCatId="icon" qsTypeId="urn:microsoft.com/office/officeart/2005/8/quickstyle/simple1" qsCatId="simple" csTypeId="urn:microsoft.com/office/officeart/2018/5/colors/Iconchunking_neutralbg_accent3_2" csCatId="accent3" phldr="1"/>
      <dgm:spPr/>
      <dgm:t>
        <a:bodyPr/>
        <a:lstStyle/>
        <a:p>
          <a:endParaRPr lang="en-US"/>
        </a:p>
      </dgm:t>
    </dgm:pt>
    <dgm:pt modelId="{86C337DC-4F9F-4E3F-8B91-5A128F7A47EA}">
      <dgm:prSet/>
      <dgm:spPr/>
      <dgm:t>
        <a:bodyPr/>
        <a:lstStyle/>
        <a:p>
          <a:r>
            <a:rPr lang="en-US" b="0" i="0" dirty="0"/>
            <a:t>Previous research has examined HSPs in thermophiles and has performed analyses of GC content and codon usage bias at the genome-wide level rather than on specific genes like HSPs (Singer et al., 2003; Khan et al., 2018)</a:t>
          </a:r>
          <a:endParaRPr lang="en-US" dirty="0"/>
        </a:p>
      </dgm:t>
    </dgm:pt>
    <dgm:pt modelId="{C225FDC7-0D40-4C37-8E29-93D7A9F480E2}" type="parTrans" cxnId="{8552A4F2-C467-427F-BB6F-32FEE8FFE3F0}">
      <dgm:prSet/>
      <dgm:spPr/>
      <dgm:t>
        <a:bodyPr/>
        <a:lstStyle/>
        <a:p>
          <a:endParaRPr lang="en-US"/>
        </a:p>
      </dgm:t>
    </dgm:pt>
    <dgm:pt modelId="{14A63D8F-5867-45F9-A19B-B488CB8A51C2}" type="sibTrans" cxnId="{8552A4F2-C467-427F-BB6F-32FEE8FFE3F0}">
      <dgm:prSet/>
      <dgm:spPr/>
      <dgm:t>
        <a:bodyPr/>
        <a:lstStyle/>
        <a:p>
          <a:endParaRPr lang="en-US"/>
        </a:p>
      </dgm:t>
    </dgm:pt>
    <dgm:pt modelId="{9256B073-E650-4123-9CDC-7C2A8AF3868E}">
      <dgm:prSet/>
      <dgm:spPr/>
      <dgm:t>
        <a:bodyPr/>
        <a:lstStyle/>
        <a:p>
          <a:r>
            <a:rPr lang="en-US" b="0" i="0"/>
            <a:t>Phylogenetic analyses have been performed within a domain but rarely cross-domain (Gupta et al., 1994, 1997)</a:t>
          </a:r>
          <a:endParaRPr lang="en-US"/>
        </a:p>
      </dgm:t>
    </dgm:pt>
    <dgm:pt modelId="{B7C80499-985D-400C-B3FF-244A7AC8ACBF}" type="parTrans" cxnId="{EB3A05C2-B280-43A2-8258-A498180E1304}">
      <dgm:prSet/>
      <dgm:spPr/>
      <dgm:t>
        <a:bodyPr/>
        <a:lstStyle/>
        <a:p>
          <a:endParaRPr lang="en-US"/>
        </a:p>
      </dgm:t>
    </dgm:pt>
    <dgm:pt modelId="{A576CB1F-AA46-475C-8877-2CEC8DEDBB9B}" type="sibTrans" cxnId="{EB3A05C2-B280-43A2-8258-A498180E1304}">
      <dgm:prSet/>
      <dgm:spPr/>
      <dgm:t>
        <a:bodyPr/>
        <a:lstStyle/>
        <a:p>
          <a:endParaRPr lang="en-US"/>
        </a:p>
      </dgm:t>
    </dgm:pt>
    <dgm:pt modelId="{6AF390BA-84BA-4BB2-8A71-51A566CFBE7B}">
      <dgm:prSet/>
      <dgm:spPr/>
      <dgm:t>
        <a:bodyPr/>
        <a:lstStyle/>
        <a:p>
          <a:r>
            <a:rPr lang="en-US" dirty="0"/>
            <a:t>Project geared towards h</a:t>
          </a:r>
          <a:r>
            <a:rPr lang="en-US" b="0" i="0" dirty="0"/>
            <a:t>elping to bridge the gap between the similar HSP proteins between domains and environmental category through comprehensive, direct comparison</a:t>
          </a:r>
          <a:endParaRPr lang="en-US" dirty="0"/>
        </a:p>
      </dgm:t>
    </dgm:pt>
    <dgm:pt modelId="{51BDAF15-CA19-4AE4-BC12-B488D6049D6C}" type="parTrans" cxnId="{1043C4C5-4FD9-48D6-A7C4-98B03C444E93}">
      <dgm:prSet/>
      <dgm:spPr/>
      <dgm:t>
        <a:bodyPr/>
        <a:lstStyle/>
        <a:p>
          <a:endParaRPr lang="en-US"/>
        </a:p>
      </dgm:t>
    </dgm:pt>
    <dgm:pt modelId="{DD57B81D-1CB4-4DF1-A9FF-BDD84DF74D4F}" type="sibTrans" cxnId="{1043C4C5-4FD9-48D6-A7C4-98B03C444E93}">
      <dgm:prSet/>
      <dgm:spPr/>
      <dgm:t>
        <a:bodyPr/>
        <a:lstStyle/>
        <a:p>
          <a:endParaRPr lang="en-US"/>
        </a:p>
      </dgm:t>
    </dgm:pt>
    <dgm:pt modelId="{B755ADD4-EBC1-4C9A-A52D-8D482C4589F1}">
      <dgm:prSet/>
      <dgm:spPr/>
      <dgm:t>
        <a:bodyPr/>
        <a:lstStyle/>
        <a:p>
          <a:r>
            <a:rPr lang="en-US" b="1" dirty="0"/>
            <a:t>Goal: I</a:t>
          </a:r>
          <a:r>
            <a:rPr lang="en-US" b="1" i="0" dirty="0"/>
            <a:t>nvestigate the possible adaptation and divergence of heat shock proteins between thermophilic prokaryotes and mesophilic eukaryotes</a:t>
          </a:r>
          <a:endParaRPr lang="en-US" b="1" dirty="0"/>
        </a:p>
      </dgm:t>
    </dgm:pt>
    <dgm:pt modelId="{21CBF87D-070A-437B-B795-8527BF7FC2EB}" type="parTrans" cxnId="{CCD0A95E-D8DD-4B5E-BCCA-638406D24E3B}">
      <dgm:prSet/>
      <dgm:spPr/>
      <dgm:t>
        <a:bodyPr/>
        <a:lstStyle/>
        <a:p>
          <a:endParaRPr lang="en-US"/>
        </a:p>
      </dgm:t>
    </dgm:pt>
    <dgm:pt modelId="{1905C5AB-540D-498F-96B6-B7F08190D78C}" type="sibTrans" cxnId="{CCD0A95E-D8DD-4B5E-BCCA-638406D24E3B}">
      <dgm:prSet/>
      <dgm:spPr/>
      <dgm:t>
        <a:bodyPr/>
        <a:lstStyle/>
        <a:p>
          <a:endParaRPr lang="en-US"/>
        </a:p>
      </dgm:t>
    </dgm:pt>
    <dgm:pt modelId="{57A211A1-9746-4D2A-BB41-DAFB59B003B8}">
      <dgm:prSet/>
      <dgm:spPr/>
      <dgm:t>
        <a:bodyPr/>
        <a:lstStyle/>
        <a:p>
          <a:r>
            <a:rPr lang="en-US"/>
            <a:t>Implement a variety of techniques learned in class integrated with RStudio</a:t>
          </a:r>
        </a:p>
      </dgm:t>
    </dgm:pt>
    <dgm:pt modelId="{24DB2F02-04E0-4443-BF35-2CDB78F3E7B5}" type="parTrans" cxnId="{E6FB8F1A-4861-49FE-BF57-A449F269CD51}">
      <dgm:prSet/>
      <dgm:spPr/>
      <dgm:t>
        <a:bodyPr/>
        <a:lstStyle/>
        <a:p>
          <a:endParaRPr lang="en-US"/>
        </a:p>
      </dgm:t>
    </dgm:pt>
    <dgm:pt modelId="{4C22A934-79D6-4B7A-9280-7810161872B5}" type="sibTrans" cxnId="{E6FB8F1A-4861-49FE-BF57-A449F269CD51}">
      <dgm:prSet/>
      <dgm:spPr/>
      <dgm:t>
        <a:bodyPr/>
        <a:lstStyle/>
        <a:p>
          <a:endParaRPr lang="en-US"/>
        </a:p>
      </dgm:t>
    </dgm:pt>
    <dgm:pt modelId="{8FA07720-9198-4EBF-86E2-BCAB052BC999}">
      <dgm:prSet/>
      <dgm:spPr/>
      <dgm:t>
        <a:bodyPr/>
        <a:lstStyle/>
        <a:p>
          <a:r>
            <a:rPr lang="en-US" b="0" i="0" dirty="0"/>
            <a:t>Provide insight into the mechanisms and evolutionary pressures that enable prokaryotic HSPs to withstand more heat, while eukaryotic HSPs contribute to negative pathological outcomes</a:t>
          </a:r>
          <a:endParaRPr lang="en-US" b="0" dirty="0"/>
        </a:p>
      </dgm:t>
    </dgm:pt>
    <dgm:pt modelId="{D6228014-48B6-4F32-B57F-29FC22078854}" type="parTrans" cxnId="{3D3BFF56-6D6B-48E9-90B1-821D2E9B7515}">
      <dgm:prSet/>
      <dgm:spPr/>
      <dgm:t>
        <a:bodyPr/>
        <a:lstStyle/>
        <a:p>
          <a:endParaRPr lang="en-US"/>
        </a:p>
      </dgm:t>
    </dgm:pt>
    <dgm:pt modelId="{553328BB-A62E-4EBB-898F-76569E23D01D}" type="sibTrans" cxnId="{3D3BFF56-6D6B-48E9-90B1-821D2E9B7515}">
      <dgm:prSet/>
      <dgm:spPr/>
      <dgm:t>
        <a:bodyPr/>
        <a:lstStyle/>
        <a:p>
          <a:endParaRPr lang="en-US"/>
        </a:p>
      </dgm:t>
    </dgm:pt>
    <dgm:pt modelId="{46648F34-9393-477F-8590-51223ED5C293}" type="pres">
      <dgm:prSet presAssocID="{7DF5C3F9-5809-453E-872B-F52033DEBABC}" presName="root" presStyleCnt="0">
        <dgm:presLayoutVars>
          <dgm:dir/>
          <dgm:resizeHandles val="exact"/>
        </dgm:presLayoutVars>
      </dgm:prSet>
      <dgm:spPr/>
    </dgm:pt>
    <dgm:pt modelId="{34018607-E5DB-4299-9DAC-3976933E5564}" type="pres">
      <dgm:prSet presAssocID="{86C337DC-4F9F-4E3F-8B91-5A128F7A47EA}" presName="compNode" presStyleCnt="0"/>
      <dgm:spPr/>
    </dgm:pt>
    <dgm:pt modelId="{DFBB5C0C-9B1D-482D-BDC0-078FE9ECE4F3}" type="pres">
      <dgm:prSet presAssocID="{86C337DC-4F9F-4E3F-8B91-5A128F7A47EA}" presName="bgRect" presStyleLbl="bgShp" presStyleIdx="0" presStyleCnt="6" custScaleY="159749" custLinFactNeighborY="-5129"/>
      <dgm:spPr/>
    </dgm:pt>
    <dgm:pt modelId="{C855E16A-3FD1-459B-AEA4-332B6BE72882}" type="pres">
      <dgm:prSet presAssocID="{86C337DC-4F9F-4E3F-8B91-5A128F7A47EA}"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NA"/>
        </a:ext>
      </dgm:extLst>
    </dgm:pt>
    <dgm:pt modelId="{CC65C2CB-4A6A-4F47-ABFE-AB0F571D1BBF}" type="pres">
      <dgm:prSet presAssocID="{86C337DC-4F9F-4E3F-8B91-5A128F7A47EA}" presName="spaceRect" presStyleCnt="0"/>
      <dgm:spPr/>
    </dgm:pt>
    <dgm:pt modelId="{DEC4863A-76EF-4897-9ABD-031AE44ED911}" type="pres">
      <dgm:prSet presAssocID="{86C337DC-4F9F-4E3F-8B91-5A128F7A47EA}" presName="parTx" presStyleLbl="revTx" presStyleIdx="0" presStyleCnt="6" custLinFactNeighborX="-183" custLinFactNeighborY="-4013">
        <dgm:presLayoutVars>
          <dgm:chMax val="0"/>
          <dgm:chPref val="0"/>
        </dgm:presLayoutVars>
      </dgm:prSet>
      <dgm:spPr/>
    </dgm:pt>
    <dgm:pt modelId="{718E1BC4-7F0F-457D-9D44-16C698709543}" type="pres">
      <dgm:prSet presAssocID="{14A63D8F-5867-45F9-A19B-B488CB8A51C2}" presName="sibTrans" presStyleCnt="0"/>
      <dgm:spPr/>
    </dgm:pt>
    <dgm:pt modelId="{C452133B-8EFE-4634-BB91-F890DCA1B518}" type="pres">
      <dgm:prSet presAssocID="{9256B073-E650-4123-9CDC-7C2A8AF3868E}" presName="compNode" presStyleCnt="0"/>
      <dgm:spPr/>
    </dgm:pt>
    <dgm:pt modelId="{FDEA5B94-A61B-4982-B744-C9BC0F066074}" type="pres">
      <dgm:prSet presAssocID="{9256B073-E650-4123-9CDC-7C2A8AF3868E}" presName="bgRect" presStyleLbl="bgShp" presStyleIdx="1" presStyleCnt="6" custScaleY="149547"/>
      <dgm:spPr/>
    </dgm:pt>
    <dgm:pt modelId="{26DD594D-0C5A-4E3B-B10B-C8E54123B6EC}" type="pres">
      <dgm:prSet presAssocID="{9256B073-E650-4123-9CDC-7C2A8AF3868E}"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inger Print"/>
        </a:ext>
      </dgm:extLst>
    </dgm:pt>
    <dgm:pt modelId="{FF16BE64-2E41-4906-BA68-F03887E4DB75}" type="pres">
      <dgm:prSet presAssocID="{9256B073-E650-4123-9CDC-7C2A8AF3868E}" presName="spaceRect" presStyleCnt="0"/>
      <dgm:spPr/>
    </dgm:pt>
    <dgm:pt modelId="{AFDD7B35-27BA-4993-8A1C-654ADF4F6DEA}" type="pres">
      <dgm:prSet presAssocID="{9256B073-E650-4123-9CDC-7C2A8AF3868E}" presName="parTx" presStyleLbl="revTx" presStyleIdx="1" presStyleCnt="6" custLinFactNeighborX="361" custLinFactNeighborY="-9786">
        <dgm:presLayoutVars>
          <dgm:chMax val="0"/>
          <dgm:chPref val="0"/>
        </dgm:presLayoutVars>
      </dgm:prSet>
      <dgm:spPr/>
    </dgm:pt>
    <dgm:pt modelId="{0C893275-9B17-418A-A9AF-66DFD8E19FFC}" type="pres">
      <dgm:prSet presAssocID="{A576CB1F-AA46-475C-8877-2CEC8DEDBB9B}" presName="sibTrans" presStyleCnt="0"/>
      <dgm:spPr/>
    </dgm:pt>
    <dgm:pt modelId="{20ED847E-873D-4018-A6D0-92235528C58A}" type="pres">
      <dgm:prSet presAssocID="{6AF390BA-84BA-4BB2-8A71-51A566CFBE7B}" presName="compNode" presStyleCnt="0"/>
      <dgm:spPr/>
    </dgm:pt>
    <dgm:pt modelId="{23B56BD8-8242-4E23-8452-18B80BAA436E}" type="pres">
      <dgm:prSet presAssocID="{6AF390BA-84BA-4BB2-8A71-51A566CFBE7B}" presName="bgRect" presStyleLbl="bgShp" presStyleIdx="2" presStyleCnt="6" custScaleY="145030"/>
      <dgm:spPr/>
    </dgm:pt>
    <dgm:pt modelId="{3A38434F-B58D-4F76-9D73-32AD58392911}" type="pres">
      <dgm:prSet presAssocID="{6AF390BA-84BA-4BB2-8A71-51A566CFBE7B}"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F15C1633-04E8-4DC1-9D1F-3356ED4AD622}" type="pres">
      <dgm:prSet presAssocID="{6AF390BA-84BA-4BB2-8A71-51A566CFBE7B}" presName="spaceRect" presStyleCnt="0"/>
      <dgm:spPr/>
    </dgm:pt>
    <dgm:pt modelId="{8259363F-60EE-4072-80C6-676112CC1D97}" type="pres">
      <dgm:prSet presAssocID="{6AF390BA-84BA-4BB2-8A71-51A566CFBE7B}" presName="parTx" presStyleLbl="revTx" presStyleIdx="2" presStyleCnt="6" custScaleY="105295" custLinFactNeighborX="487" custLinFactNeighborY="3112">
        <dgm:presLayoutVars>
          <dgm:chMax val="0"/>
          <dgm:chPref val="0"/>
        </dgm:presLayoutVars>
      </dgm:prSet>
      <dgm:spPr/>
    </dgm:pt>
    <dgm:pt modelId="{E7510E02-011D-47AD-8AA7-8A78252CDC20}" type="pres">
      <dgm:prSet presAssocID="{DD57B81D-1CB4-4DF1-A9FF-BDD84DF74D4F}" presName="sibTrans" presStyleCnt="0"/>
      <dgm:spPr/>
    </dgm:pt>
    <dgm:pt modelId="{51387CC3-826E-424E-8D77-8AD83D9A88E1}" type="pres">
      <dgm:prSet presAssocID="{B755ADD4-EBC1-4C9A-A52D-8D482C4589F1}" presName="compNode" presStyleCnt="0"/>
      <dgm:spPr/>
    </dgm:pt>
    <dgm:pt modelId="{FB52C366-0510-46DA-9114-3C04E6FA4769}" type="pres">
      <dgm:prSet presAssocID="{B755ADD4-EBC1-4C9A-A52D-8D482C4589F1}" presName="bgRect" presStyleLbl="bgShp" presStyleIdx="3" presStyleCnt="6" custScaleY="102371" custLinFactNeighborX="-301" custLinFactNeighborY="-15502"/>
      <dgm:spPr/>
    </dgm:pt>
    <dgm:pt modelId="{0B9C955D-4729-43F6-93FC-0CC386752B14}" type="pres">
      <dgm:prSet presAssocID="{B755ADD4-EBC1-4C9A-A52D-8D482C4589F1}" presName="iconRect" presStyleLbl="node1" presStyleIdx="3" presStyleCnt="6" custLinFactNeighborX="-12036" custLinFactNeighborY="-2806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icroscope"/>
        </a:ext>
      </dgm:extLst>
    </dgm:pt>
    <dgm:pt modelId="{6D139CE0-2E6A-42A8-848D-C35C88683846}" type="pres">
      <dgm:prSet presAssocID="{B755ADD4-EBC1-4C9A-A52D-8D482C4589F1}" presName="spaceRect" presStyleCnt="0"/>
      <dgm:spPr/>
    </dgm:pt>
    <dgm:pt modelId="{7A44C3B4-5BD9-42BB-85E4-D2C61E00DD3A}" type="pres">
      <dgm:prSet presAssocID="{B755ADD4-EBC1-4C9A-A52D-8D482C4589F1}" presName="parTx" presStyleLbl="revTx" presStyleIdx="3" presStyleCnt="6" custLinFactNeighborX="-270" custLinFactNeighborY="-22301">
        <dgm:presLayoutVars>
          <dgm:chMax val="0"/>
          <dgm:chPref val="0"/>
        </dgm:presLayoutVars>
      </dgm:prSet>
      <dgm:spPr/>
    </dgm:pt>
    <dgm:pt modelId="{809B5DBB-79DE-4441-B9FD-470FB330B0D0}" type="pres">
      <dgm:prSet presAssocID="{1905C5AB-540D-498F-96B6-B7F08190D78C}" presName="sibTrans" presStyleCnt="0"/>
      <dgm:spPr/>
    </dgm:pt>
    <dgm:pt modelId="{B34B5A39-54CF-4138-A0F1-7FEFA9577979}" type="pres">
      <dgm:prSet presAssocID="{8FA07720-9198-4EBF-86E2-BCAB052BC999}" presName="compNode" presStyleCnt="0"/>
      <dgm:spPr/>
    </dgm:pt>
    <dgm:pt modelId="{115D8A8C-EC30-4EC6-85EB-2C43DC4A264C}" type="pres">
      <dgm:prSet presAssocID="{8FA07720-9198-4EBF-86E2-BCAB052BC999}" presName="bgRect" presStyleLbl="bgShp" presStyleIdx="4" presStyleCnt="6"/>
      <dgm:spPr/>
    </dgm:pt>
    <dgm:pt modelId="{CA359CB3-30EF-4AAB-8ACD-7AEFDB06C775}" type="pres">
      <dgm:prSet presAssocID="{8FA07720-9198-4EBF-86E2-BCAB052BC999}" presName="iconRect" presStyleLbl="node1" presStyleIdx="4" presStyleCnt="6"/>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dgm:spPr>
    </dgm:pt>
    <dgm:pt modelId="{A585A714-6787-4A37-921F-501133FADC1C}" type="pres">
      <dgm:prSet presAssocID="{8FA07720-9198-4EBF-86E2-BCAB052BC999}" presName="spaceRect" presStyleCnt="0"/>
      <dgm:spPr/>
    </dgm:pt>
    <dgm:pt modelId="{919CA435-D923-467C-89B8-DD9900C42A41}" type="pres">
      <dgm:prSet presAssocID="{8FA07720-9198-4EBF-86E2-BCAB052BC999}" presName="parTx" presStyleLbl="revTx" presStyleIdx="4" presStyleCnt="6">
        <dgm:presLayoutVars>
          <dgm:chMax val="0"/>
          <dgm:chPref val="0"/>
        </dgm:presLayoutVars>
      </dgm:prSet>
      <dgm:spPr/>
    </dgm:pt>
    <dgm:pt modelId="{27B99996-FAA9-43F3-A002-0AD2BCBD7B3E}" type="pres">
      <dgm:prSet presAssocID="{553328BB-A62E-4EBB-898F-76569E23D01D}" presName="sibTrans" presStyleCnt="0"/>
      <dgm:spPr/>
    </dgm:pt>
    <dgm:pt modelId="{22D182F8-8DBD-4134-ADCC-F9AA1C3B65B1}" type="pres">
      <dgm:prSet presAssocID="{57A211A1-9746-4D2A-BB41-DAFB59B003B8}" presName="compNode" presStyleCnt="0"/>
      <dgm:spPr/>
    </dgm:pt>
    <dgm:pt modelId="{B21C457F-57F0-43A4-894E-C9843C3EBDCC}" type="pres">
      <dgm:prSet presAssocID="{57A211A1-9746-4D2A-BB41-DAFB59B003B8}" presName="bgRect" presStyleLbl="bgShp" presStyleIdx="5" presStyleCnt="6"/>
      <dgm:spPr/>
    </dgm:pt>
    <dgm:pt modelId="{518562CF-C897-4B85-BA6A-790AA6DED617}" type="pres">
      <dgm:prSet presAssocID="{57A211A1-9746-4D2A-BB41-DAFB59B003B8}"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Head with Gears"/>
        </a:ext>
      </dgm:extLst>
    </dgm:pt>
    <dgm:pt modelId="{60A27E22-8FD0-4C62-821A-331C6C25CBDB}" type="pres">
      <dgm:prSet presAssocID="{57A211A1-9746-4D2A-BB41-DAFB59B003B8}" presName="spaceRect" presStyleCnt="0"/>
      <dgm:spPr/>
    </dgm:pt>
    <dgm:pt modelId="{8FE358DE-C7C9-4EC7-9DB6-AAE72CC333B3}" type="pres">
      <dgm:prSet presAssocID="{57A211A1-9746-4D2A-BB41-DAFB59B003B8}" presName="parTx" presStyleLbl="revTx" presStyleIdx="5" presStyleCnt="6">
        <dgm:presLayoutVars>
          <dgm:chMax val="0"/>
          <dgm:chPref val="0"/>
        </dgm:presLayoutVars>
      </dgm:prSet>
      <dgm:spPr/>
    </dgm:pt>
  </dgm:ptLst>
  <dgm:cxnLst>
    <dgm:cxn modelId="{E6FB8F1A-4861-49FE-BF57-A449F269CD51}" srcId="{7DF5C3F9-5809-453E-872B-F52033DEBABC}" destId="{57A211A1-9746-4D2A-BB41-DAFB59B003B8}" srcOrd="5" destOrd="0" parTransId="{24DB2F02-04E0-4443-BF35-2CDB78F3E7B5}" sibTransId="{4C22A934-79D6-4B7A-9280-7810161872B5}"/>
    <dgm:cxn modelId="{7D88BC2D-82C3-4A9B-8BEE-F72B2BD386B5}" type="presOf" srcId="{7DF5C3F9-5809-453E-872B-F52033DEBABC}" destId="{46648F34-9393-477F-8590-51223ED5C293}" srcOrd="0" destOrd="0" presId="urn:microsoft.com/office/officeart/2018/2/layout/IconVerticalSolidList"/>
    <dgm:cxn modelId="{CCD0A95E-D8DD-4B5E-BCCA-638406D24E3B}" srcId="{7DF5C3F9-5809-453E-872B-F52033DEBABC}" destId="{B755ADD4-EBC1-4C9A-A52D-8D482C4589F1}" srcOrd="3" destOrd="0" parTransId="{21CBF87D-070A-437B-B795-8527BF7FC2EB}" sibTransId="{1905C5AB-540D-498F-96B6-B7F08190D78C}"/>
    <dgm:cxn modelId="{F36F2C65-9237-437B-9ADA-8E88ED31CBA3}" type="presOf" srcId="{8FA07720-9198-4EBF-86E2-BCAB052BC999}" destId="{919CA435-D923-467C-89B8-DD9900C42A41}" srcOrd="0" destOrd="0" presId="urn:microsoft.com/office/officeart/2018/2/layout/IconVerticalSolidList"/>
    <dgm:cxn modelId="{084A7047-097C-4CA7-A741-CA13C77D44BA}" type="presOf" srcId="{6AF390BA-84BA-4BB2-8A71-51A566CFBE7B}" destId="{8259363F-60EE-4072-80C6-676112CC1D97}" srcOrd="0" destOrd="0" presId="urn:microsoft.com/office/officeart/2018/2/layout/IconVerticalSolidList"/>
    <dgm:cxn modelId="{3D3BFF56-6D6B-48E9-90B1-821D2E9B7515}" srcId="{7DF5C3F9-5809-453E-872B-F52033DEBABC}" destId="{8FA07720-9198-4EBF-86E2-BCAB052BC999}" srcOrd="4" destOrd="0" parTransId="{D6228014-48B6-4F32-B57F-29FC22078854}" sibTransId="{553328BB-A62E-4EBB-898F-76569E23D01D}"/>
    <dgm:cxn modelId="{3E63FF77-7A0C-4787-986E-F9E1AF3B2D90}" type="presOf" srcId="{86C337DC-4F9F-4E3F-8B91-5A128F7A47EA}" destId="{DEC4863A-76EF-4897-9ABD-031AE44ED911}" srcOrd="0" destOrd="0" presId="urn:microsoft.com/office/officeart/2018/2/layout/IconVerticalSolidList"/>
    <dgm:cxn modelId="{978F47A2-A55F-48C7-93F5-17FA2EDD1A23}" type="presOf" srcId="{B755ADD4-EBC1-4C9A-A52D-8D482C4589F1}" destId="{7A44C3B4-5BD9-42BB-85E4-D2C61E00DD3A}" srcOrd="0" destOrd="0" presId="urn:microsoft.com/office/officeart/2018/2/layout/IconVerticalSolidList"/>
    <dgm:cxn modelId="{E7CC83AC-641C-44DC-B28E-6C43CD81651D}" type="presOf" srcId="{57A211A1-9746-4D2A-BB41-DAFB59B003B8}" destId="{8FE358DE-C7C9-4EC7-9DB6-AAE72CC333B3}" srcOrd="0" destOrd="0" presId="urn:microsoft.com/office/officeart/2018/2/layout/IconVerticalSolidList"/>
    <dgm:cxn modelId="{EB3A05C2-B280-43A2-8258-A498180E1304}" srcId="{7DF5C3F9-5809-453E-872B-F52033DEBABC}" destId="{9256B073-E650-4123-9CDC-7C2A8AF3868E}" srcOrd="1" destOrd="0" parTransId="{B7C80499-985D-400C-B3FF-244A7AC8ACBF}" sibTransId="{A576CB1F-AA46-475C-8877-2CEC8DEDBB9B}"/>
    <dgm:cxn modelId="{1043C4C5-4FD9-48D6-A7C4-98B03C444E93}" srcId="{7DF5C3F9-5809-453E-872B-F52033DEBABC}" destId="{6AF390BA-84BA-4BB2-8A71-51A566CFBE7B}" srcOrd="2" destOrd="0" parTransId="{51BDAF15-CA19-4AE4-BC12-B488D6049D6C}" sibTransId="{DD57B81D-1CB4-4DF1-A9FF-BDD84DF74D4F}"/>
    <dgm:cxn modelId="{FAA7CFC7-28A6-4979-B51C-C5C7C7DBBDB4}" type="presOf" srcId="{9256B073-E650-4123-9CDC-7C2A8AF3868E}" destId="{AFDD7B35-27BA-4993-8A1C-654ADF4F6DEA}" srcOrd="0" destOrd="0" presId="urn:microsoft.com/office/officeart/2018/2/layout/IconVerticalSolidList"/>
    <dgm:cxn modelId="{8552A4F2-C467-427F-BB6F-32FEE8FFE3F0}" srcId="{7DF5C3F9-5809-453E-872B-F52033DEBABC}" destId="{86C337DC-4F9F-4E3F-8B91-5A128F7A47EA}" srcOrd="0" destOrd="0" parTransId="{C225FDC7-0D40-4C37-8E29-93D7A9F480E2}" sibTransId="{14A63D8F-5867-45F9-A19B-B488CB8A51C2}"/>
    <dgm:cxn modelId="{D76D5BC3-2A85-4B34-9D1A-74639AE9AFC1}" type="presParOf" srcId="{46648F34-9393-477F-8590-51223ED5C293}" destId="{34018607-E5DB-4299-9DAC-3976933E5564}" srcOrd="0" destOrd="0" presId="urn:microsoft.com/office/officeart/2018/2/layout/IconVerticalSolidList"/>
    <dgm:cxn modelId="{B2718363-F909-4CC0-A54F-73B0686DCEE1}" type="presParOf" srcId="{34018607-E5DB-4299-9DAC-3976933E5564}" destId="{DFBB5C0C-9B1D-482D-BDC0-078FE9ECE4F3}" srcOrd="0" destOrd="0" presId="urn:microsoft.com/office/officeart/2018/2/layout/IconVerticalSolidList"/>
    <dgm:cxn modelId="{0AD231FC-5584-44E6-A890-46836AF9BC74}" type="presParOf" srcId="{34018607-E5DB-4299-9DAC-3976933E5564}" destId="{C855E16A-3FD1-459B-AEA4-332B6BE72882}" srcOrd="1" destOrd="0" presId="urn:microsoft.com/office/officeart/2018/2/layout/IconVerticalSolidList"/>
    <dgm:cxn modelId="{4386AA42-C55F-4BC7-8C66-2A7FEA84BF3E}" type="presParOf" srcId="{34018607-E5DB-4299-9DAC-3976933E5564}" destId="{CC65C2CB-4A6A-4F47-ABFE-AB0F571D1BBF}" srcOrd="2" destOrd="0" presId="urn:microsoft.com/office/officeart/2018/2/layout/IconVerticalSolidList"/>
    <dgm:cxn modelId="{8BB53E88-8AFF-46A7-BD4A-6AF1A073B5E1}" type="presParOf" srcId="{34018607-E5DB-4299-9DAC-3976933E5564}" destId="{DEC4863A-76EF-4897-9ABD-031AE44ED911}" srcOrd="3" destOrd="0" presId="urn:microsoft.com/office/officeart/2018/2/layout/IconVerticalSolidList"/>
    <dgm:cxn modelId="{B2CC4BB5-874B-4DCC-9EF7-AA4A23AD51F0}" type="presParOf" srcId="{46648F34-9393-477F-8590-51223ED5C293}" destId="{718E1BC4-7F0F-457D-9D44-16C698709543}" srcOrd="1" destOrd="0" presId="urn:microsoft.com/office/officeart/2018/2/layout/IconVerticalSolidList"/>
    <dgm:cxn modelId="{FF67AC22-84FA-4622-B53A-C83235665F58}" type="presParOf" srcId="{46648F34-9393-477F-8590-51223ED5C293}" destId="{C452133B-8EFE-4634-BB91-F890DCA1B518}" srcOrd="2" destOrd="0" presId="urn:microsoft.com/office/officeart/2018/2/layout/IconVerticalSolidList"/>
    <dgm:cxn modelId="{7934AB92-6F13-4AB1-8098-26E148D6F44D}" type="presParOf" srcId="{C452133B-8EFE-4634-BB91-F890DCA1B518}" destId="{FDEA5B94-A61B-4982-B744-C9BC0F066074}" srcOrd="0" destOrd="0" presId="urn:microsoft.com/office/officeart/2018/2/layout/IconVerticalSolidList"/>
    <dgm:cxn modelId="{73DC4FB1-5294-4DD6-8997-92C1E621521B}" type="presParOf" srcId="{C452133B-8EFE-4634-BB91-F890DCA1B518}" destId="{26DD594D-0C5A-4E3B-B10B-C8E54123B6EC}" srcOrd="1" destOrd="0" presId="urn:microsoft.com/office/officeart/2018/2/layout/IconVerticalSolidList"/>
    <dgm:cxn modelId="{F38AE0FD-0DAE-4799-A257-3680AAA561B8}" type="presParOf" srcId="{C452133B-8EFE-4634-BB91-F890DCA1B518}" destId="{FF16BE64-2E41-4906-BA68-F03887E4DB75}" srcOrd="2" destOrd="0" presId="urn:microsoft.com/office/officeart/2018/2/layout/IconVerticalSolidList"/>
    <dgm:cxn modelId="{84DF366F-FB25-4CAF-9677-6DAAE9979255}" type="presParOf" srcId="{C452133B-8EFE-4634-BB91-F890DCA1B518}" destId="{AFDD7B35-27BA-4993-8A1C-654ADF4F6DEA}" srcOrd="3" destOrd="0" presId="urn:microsoft.com/office/officeart/2018/2/layout/IconVerticalSolidList"/>
    <dgm:cxn modelId="{F1B78DC5-3114-4B69-8C8F-A5E6D88100CE}" type="presParOf" srcId="{46648F34-9393-477F-8590-51223ED5C293}" destId="{0C893275-9B17-418A-A9AF-66DFD8E19FFC}" srcOrd="3" destOrd="0" presId="urn:microsoft.com/office/officeart/2018/2/layout/IconVerticalSolidList"/>
    <dgm:cxn modelId="{3BAFBB7E-8977-4A14-BB24-FA8A8418F247}" type="presParOf" srcId="{46648F34-9393-477F-8590-51223ED5C293}" destId="{20ED847E-873D-4018-A6D0-92235528C58A}" srcOrd="4" destOrd="0" presId="urn:microsoft.com/office/officeart/2018/2/layout/IconVerticalSolidList"/>
    <dgm:cxn modelId="{AADFCE65-5955-4251-B273-6D468F5F44D3}" type="presParOf" srcId="{20ED847E-873D-4018-A6D0-92235528C58A}" destId="{23B56BD8-8242-4E23-8452-18B80BAA436E}" srcOrd="0" destOrd="0" presId="urn:microsoft.com/office/officeart/2018/2/layout/IconVerticalSolidList"/>
    <dgm:cxn modelId="{91F4103C-5F45-46A5-9409-2DC044A9B99F}" type="presParOf" srcId="{20ED847E-873D-4018-A6D0-92235528C58A}" destId="{3A38434F-B58D-4F76-9D73-32AD58392911}" srcOrd="1" destOrd="0" presId="urn:microsoft.com/office/officeart/2018/2/layout/IconVerticalSolidList"/>
    <dgm:cxn modelId="{F320E51C-2893-49AE-8249-7F42709A23E2}" type="presParOf" srcId="{20ED847E-873D-4018-A6D0-92235528C58A}" destId="{F15C1633-04E8-4DC1-9D1F-3356ED4AD622}" srcOrd="2" destOrd="0" presId="urn:microsoft.com/office/officeart/2018/2/layout/IconVerticalSolidList"/>
    <dgm:cxn modelId="{9FE8D523-DB3A-4F35-84ED-F11D7CB7013C}" type="presParOf" srcId="{20ED847E-873D-4018-A6D0-92235528C58A}" destId="{8259363F-60EE-4072-80C6-676112CC1D97}" srcOrd="3" destOrd="0" presId="urn:microsoft.com/office/officeart/2018/2/layout/IconVerticalSolidList"/>
    <dgm:cxn modelId="{F11ABED2-38E1-41C0-9F68-78FFBBD72F78}" type="presParOf" srcId="{46648F34-9393-477F-8590-51223ED5C293}" destId="{E7510E02-011D-47AD-8AA7-8A78252CDC20}" srcOrd="5" destOrd="0" presId="urn:microsoft.com/office/officeart/2018/2/layout/IconVerticalSolidList"/>
    <dgm:cxn modelId="{4CE8E10E-7741-42D0-B23A-5FA9B9E9E94C}" type="presParOf" srcId="{46648F34-9393-477F-8590-51223ED5C293}" destId="{51387CC3-826E-424E-8D77-8AD83D9A88E1}" srcOrd="6" destOrd="0" presId="urn:microsoft.com/office/officeart/2018/2/layout/IconVerticalSolidList"/>
    <dgm:cxn modelId="{75F12F25-BA78-4BD2-8B82-9DBDB03C9A88}" type="presParOf" srcId="{51387CC3-826E-424E-8D77-8AD83D9A88E1}" destId="{FB52C366-0510-46DA-9114-3C04E6FA4769}" srcOrd="0" destOrd="0" presId="urn:microsoft.com/office/officeart/2018/2/layout/IconVerticalSolidList"/>
    <dgm:cxn modelId="{0A1F547E-4998-4E63-BCF3-02905DC7DE97}" type="presParOf" srcId="{51387CC3-826E-424E-8D77-8AD83D9A88E1}" destId="{0B9C955D-4729-43F6-93FC-0CC386752B14}" srcOrd="1" destOrd="0" presId="urn:microsoft.com/office/officeart/2018/2/layout/IconVerticalSolidList"/>
    <dgm:cxn modelId="{4C29A38E-01C4-4203-BE13-A7F6F2C9531E}" type="presParOf" srcId="{51387CC3-826E-424E-8D77-8AD83D9A88E1}" destId="{6D139CE0-2E6A-42A8-848D-C35C88683846}" srcOrd="2" destOrd="0" presId="urn:microsoft.com/office/officeart/2018/2/layout/IconVerticalSolidList"/>
    <dgm:cxn modelId="{E22472F0-9E5E-46C7-A1FA-41A8E3FFE3E1}" type="presParOf" srcId="{51387CC3-826E-424E-8D77-8AD83D9A88E1}" destId="{7A44C3B4-5BD9-42BB-85E4-D2C61E00DD3A}" srcOrd="3" destOrd="0" presId="urn:microsoft.com/office/officeart/2018/2/layout/IconVerticalSolidList"/>
    <dgm:cxn modelId="{416E1FF9-C05B-4E3F-864C-24DA529452A0}" type="presParOf" srcId="{46648F34-9393-477F-8590-51223ED5C293}" destId="{809B5DBB-79DE-4441-B9FD-470FB330B0D0}" srcOrd="7" destOrd="0" presId="urn:microsoft.com/office/officeart/2018/2/layout/IconVerticalSolidList"/>
    <dgm:cxn modelId="{DE765840-249B-48D4-9BED-6DA87C197830}" type="presParOf" srcId="{46648F34-9393-477F-8590-51223ED5C293}" destId="{B34B5A39-54CF-4138-A0F1-7FEFA9577979}" srcOrd="8" destOrd="0" presId="urn:microsoft.com/office/officeart/2018/2/layout/IconVerticalSolidList"/>
    <dgm:cxn modelId="{669B6808-1488-4549-82B7-043B667F08E1}" type="presParOf" srcId="{B34B5A39-54CF-4138-A0F1-7FEFA9577979}" destId="{115D8A8C-EC30-4EC6-85EB-2C43DC4A264C}" srcOrd="0" destOrd="0" presId="urn:microsoft.com/office/officeart/2018/2/layout/IconVerticalSolidList"/>
    <dgm:cxn modelId="{1343D5F7-5342-4967-A05F-C796F424988E}" type="presParOf" srcId="{B34B5A39-54CF-4138-A0F1-7FEFA9577979}" destId="{CA359CB3-30EF-4AAB-8ACD-7AEFDB06C775}" srcOrd="1" destOrd="0" presId="urn:microsoft.com/office/officeart/2018/2/layout/IconVerticalSolidList"/>
    <dgm:cxn modelId="{E5B9D8F8-F8E6-4C1B-A7C3-ED41A75D1E14}" type="presParOf" srcId="{B34B5A39-54CF-4138-A0F1-7FEFA9577979}" destId="{A585A714-6787-4A37-921F-501133FADC1C}" srcOrd="2" destOrd="0" presId="urn:microsoft.com/office/officeart/2018/2/layout/IconVerticalSolidList"/>
    <dgm:cxn modelId="{57BB7081-2ECB-4673-A32C-11B8B213C18E}" type="presParOf" srcId="{B34B5A39-54CF-4138-A0F1-7FEFA9577979}" destId="{919CA435-D923-467C-89B8-DD9900C42A41}" srcOrd="3" destOrd="0" presId="urn:microsoft.com/office/officeart/2018/2/layout/IconVerticalSolidList"/>
    <dgm:cxn modelId="{3D42E049-A698-4600-BDFF-1582D325F948}" type="presParOf" srcId="{46648F34-9393-477F-8590-51223ED5C293}" destId="{27B99996-FAA9-43F3-A002-0AD2BCBD7B3E}" srcOrd="9" destOrd="0" presId="urn:microsoft.com/office/officeart/2018/2/layout/IconVerticalSolidList"/>
    <dgm:cxn modelId="{8A5DB079-CCF6-4808-B1A8-5FDD91BE784F}" type="presParOf" srcId="{46648F34-9393-477F-8590-51223ED5C293}" destId="{22D182F8-8DBD-4134-ADCC-F9AA1C3B65B1}" srcOrd="10" destOrd="0" presId="urn:microsoft.com/office/officeart/2018/2/layout/IconVerticalSolidList"/>
    <dgm:cxn modelId="{D53C231E-8349-4B87-810E-1666D86B73EF}" type="presParOf" srcId="{22D182F8-8DBD-4134-ADCC-F9AA1C3B65B1}" destId="{B21C457F-57F0-43A4-894E-C9843C3EBDCC}" srcOrd="0" destOrd="0" presId="urn:microsoft.com/office/officeart/2018/2/layout/IconVerticalSolidList"/>
    <dgm:cxn modelId="{C5D10610-8275-4FFB-AE73-DF30251FCFF5}" type="presParOf" srcId="{22D182F8-8DBD-4134-ADCC-F9AA1C3B65B1}" destId="{518562CF-C897-4B85-BA6A-790AA6DED617}" srcOrd="1" destOrd="0" presId="urn:microsoft.com/office/officeart/2018/2/layout/IconVerticalSolidList"/>
    <dgm:cxn modelId="{D92F6A01-0A59-41A4-BF76-1DEEB449603C}" type="presParOf" srcId="{22D182F8-8DBD-4134-ADCC-F9AA1C3B65B1}" destId="{60A27E22-8FD0-4C62-821A-331C6C25CBDB}" srcOrd="2" destOrd="0" presId="urn:microsoft.com/office/officeart/2018/2/layout/IconVerticalSolidList"/>
    <dgm:cxn modelId="{B4EB0AE2-9172-4319-BD1E-A4D02FB59351}" type="presParOf" srcId="{22D182F8-8DBD-4134-ADCC-F9AA1C3B65B1}" destId="{8FE358DE-C7C9-4EC7-9DB6-AAE72CC333B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49385A-92F3-446B-A960-496B330CA9B6}"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B68294EF-C7D7-4183-87DF-EE8F21CFF170}">
      <dgm:prSet/>
      <dgm:spPr/>
      <dgm:t>
        <a:bodyPr/>
        <a:lstStyle/>
        <a:p>
          <a:r>
            <a:rPr lang="en-US" dirty="0"/>
            <a:t>Multiple Sequence Alignment - MUSCLE</a:t>
          </a:r>
        </a:p>
      </dgm:t>
    </dgm:pt>
    <dgm:pt modelId="{DF362385-78C0-49D1-914F-B467C005CD74}" type="parTrans" cxnId="{F4E3D2EA-B9EA-4C0C-AEA3-0561E62DDDB5}">
      <dgm:prSet/>
      <dgm:spPr/>
      <dgm:t>
        <a:bodyPr/>
        <a:lstStyle/>
        <a:p>
          <a:endParaRPr lang="en-US"/>
        </a:p>
      </dgm:t>
    </dgm:pt>
    <dgm:pt modelId="{7B910780-D797-45DD-B77B-892E1349009C}" type="sibTrans" cxnId="{F4E3D2EA-B9EA-4C0C-AEA3-0561E62DDDB5}">
      <dgm:prSet/>
      <dgm:spPr/>
      <dgm:t>
        <a:bodyPr/>
        <a:lstStyle/>
        <a:p>
          <a:endParaRPr lang="en-US"/>
        </a:p>
      </dgm:t>
    </dgm:pt>
    <dgm:pt modelId="{DC82FA69-8B15-448B-B087-E3725E36507C}">
      <dgm:prSet/>
      <dgm:spPr/>
      <dgm:t>
        <a:bodyPr/>
        <a:lstStyle/>
        <a:p>
          <a:r>
            <a:rPr lang="en-US" dirty="0"/>
            <a:t>Distance Matrix – Poisson</a:t>
          </a:r>
        </a:p>
      </dgm:t>
    </dgm:pt>
    <dgm:pt modelId="{8494BC50-6A26-4E61-828A-706D2645221A}" type="parTrans" cxnId="{30DDEBF1-E778-4004-B005-C2A3335C0C2D}">
      <dgm:prSet/>
      <dgm:spPr/>
      <dgm:t>
        <a:bodyPr/>
        <a:lstStyle/>
        <a:p>
          <a:endParaRPr lang="en-US"/>
        </a:p>
      </dgm:t>
    </dgm:pt>
    <dgm:pt modelId="{76FDB87C-71E6-4457-AE25-617D02690711}" type="sibTrans" cxnId="{30DDEBF1-E778-4004-B005-C2A3335C0C2D}">
      <dgm:prSet/>
      <dgm:spPr/>
      <dgm:t>
        <a:bodyPr/>
        <a:lstStyle/>
        <a:p>
          <a:endParaRPr lang="en-US"/>
        </a:p>
      </dgm:t>
    </dgm:pt>
    <dgm:pt modelId="{5525F204-1DD4-4AD2-ABF5-40F9DFDFFA79}">
      <dgm:prSet/>
      <dgm:spPr/>
      <dgm:t>
        <a:bodyPr/>
        <a:lstStyle/>
        <a:p>
          <a:r>
            <a:rPr lang="en-US"/>
            <a:t>Principal Component Analysis</a:t>
          </a:r>
        </a:p>
      </dgm:t>
    </dgm:pt>
    <dgm:pt modelId="{089FA36E-CDA7-43A4-A1F1-B3A47EC6F437}" type="parTrans" cxnId="{1718CB76-957C-42C5-B39D-7B72E5D00059}">
      <dgm:prSet/>
      <dgm:spPr/>
      <dgm:t>
        <a:bodyPr/>
        <a:lstStyle/>
        <a:p>
          <a:endParaRPr lang="en-US"/>
        </a:p>
      </dgm:t>
    </dgm:pt>
    <dgm:pt modelId="{A16929F8-53EE-4049-9791-C51FDBB3A796}" type="sibTrans" cxnId="{1718CB76-957C-42C5-B39D-7B72E5D00059}">
      <dgm:prSet/>
      <dgm:spPr/>
      <dgm:t>
        <a:bodyPr/>
        <a:lstStyle/>
        <a:p>
          <a:endParaRPr lang="en-US"/>
        </a:p>
      </dgm:t>
    </dgm:pt>
    <dgm:pt modelId="{0B122835-F7B9-4C11-BA63-5C6B7064D68B}">
      <dgm:prSet/>
      <dgm:spPr/>
      <dgm:t>
        <a:bodyPr/>
        <a:lstStyle/>
        <a:p>
          <a:r>
            <a:rPr lang="en-US" dirty="0"/>
            <a:t>Phylogenetic Tree – UPGMA</a:t>
          </a:r>
        </a:p>
      </dgm:t>
    </dgm:pt>
    <dgm:pt modelId="{FEAF8AE6-0195-477D-B38C-9D0911281FC0}" type="parTrans" cxnId="{6A8082B6-A1D9-4D7C-93AB-F108BA2C661D}">
      <dgm:prSet/>
      <dgm:spPr/>
      <dgm:t>
        <a:bodyPr/>
        <a:lstStyle/>
        <a:p>
          <a:endParaRPr lang="en-US"/>
        </a:p>
      </dgm:t>
    </dgm:pt>
    <dgm:pt modelId="{B03A2496-F920-4471-A211-33F8D8D2CCDA}" type="sibTrans" cxnId="{6A8082B6-A1D9-4D7C-93AB-F108BA2C661D}">
      <dgm:prSet/>
      <dgm:spPr/>
      <dgm:t>
        <a:bodyPr/>
        <a:lstStyle/>
        <a:p>
          <a:endParaRPr lang="en-US"/>
        </a:p>
      </dgm:t>
    </dgm:pt>
    <dgm:pt modelId="{7392ABA7-EC76-4357-B082-5605C66F44FD}">
      <dgm:prSet/>
      <dgm:spPr/>
      <dgm:t>
        <a:bodyPr/>
        <a:lstStyle/>
        <a:p>
          <a:r>
            <a:rPr lang="en-US" dirty="0"/>
            <a:t>Bootstrapping</a:t>
          </a:r>
        </a:p>
      </dgm:t>
    </dgm:pt>
    <dgm:pt modelId="{6D8A2829-F890-41AE-AFC6-7DA50EDA087F}" type="parTrans" cxnId="{25F48892-FECE-4D58-8E21-DD12C367825D}">
      <dgm:prSet/>
      <dgm:spPr/>
      <dgm:t>
        <a:bodyPr/>
        <a:lstStyle/>
        <a:p>
          <a:endParaRPr lang="en-US"/>
        </a:p>
      </dgm:t>
    </dgm:pt>
    <dgm:pt modelId="{076A50EB-0950-42CA-AABE-8FEE67703785}" type="sibTrans" cxnId="{25F48892-FECE-4D58-8E21-DD12C367825D}">
      <dgm:prSet/>
      <dgm:spPr/>
      <dgm:t>
        <a:bodyPr/>
        <a:lstStyle/>
        <a:p>
          <a:endParaRPr lang="en-US"/>
        </a:p>
      </dgm:t>
    </dgm:pt>
    <dgm:pt modelId="{EF6BE793-C316-4E3B-A5EE-39F14F3A3576}">
      <dgm:prSet/>
      <dgm:spPr/>
      <dgm:t>
        <a:bodyPr/>
        <a:lstStyle/>
        <a:p>
          <a:r>
            <a:rPr lang="en-US" dirty="0"/>
            <a:t>GC Content Analysis</a:t>
          </a:r>
        </a:p>
      </dgm:t>
    </dgm:pt>
    <dgm:pt modelId="{CF1AFC05-FC0F-4C20-9B6F-C73AB0FF833D}" type="parTrans" cxnId="{A9D7077C-FE0D-4201-BAE8-2835A5D76A83}">
      <dgm:prSet/>
      <dgm:spPr/>
      <dgm:t>
        <a:bodyPr/>
        <a:lstStyle/>
        <a:p>
          <a:endParaRPr lang="en-US"/>
        </a:p>
      </dgm:t>
    </dgm:pt>
    <dgm:pt modelId="{BCD5508C-F5BE-4A13-855E-4580CC08D285}" type="sibTrans" cxnId="{A9D7077C-FE0D-4201-BAE8-2835A5D76A83}">
      <dgm:prSet/>
      <dgm:spPr/>
      <dgm:t>
        <a:bodyPr/>
        <a:lstStyle/>
        <a:p>
          <a:endParaRPr lang="en-US"/>
        </a:p>
      </dgm:t>
    </dgm:pt>
    <dgm:pt modelId="{4DB4133D-F77D-4AB2-BC2B-E3EA5F1884A5}">
      <dgm:prSet/>
      <dgm:spPr/>
      <dgm:t>
        <a:bodyPr/>
        <a:lstStyle/>
        <a:p>
          <a:r>
            <a:rPr lang="en-US"/>
            <a:t>T-Tests</a:t>
          </a:r>
        </a:p>
      </dgm:t>
    </dgm:pt>
    <dgm:pt modelId="{76E4C2E6-7B34-45F0-91D0-F2EFB23FC4BC}" type="parTrans" cxnId="{A813E220-3410-46A1-AA19-BBCA98200699}">
      <dgm:prSet/>
      <dgm:spPr/>
      <dgm:t>
        <a:bodyPr/>
        <a:lstStyle/>
        <a:p>
          <a:endParaRPr lang="en-US"/>
        </a:p>
      </dgm:t>
    </dgm:pt>
    <dgm:pt modelId="{9C513E15-2AED-46DC-B65D-E2ADAAC6B25F}" type="sibTrans" cxnId="{A813E220-3410-46A1-AA19-BBCA98200699}">
      <dgm:prSet/>
      <dgm:spPr/>
      <dgm:t>
        <a:bodyPr/>
        <a:lstStyle/>
        <a:p>
          <a:endParaRPr lang="en-US"/>
        </a:p>
      </dgm:t>
    </dgm:pt>
    <dgm:pt modelId="{FE23106F-DA47-491C-A219-8F336FC1825C}">
      <dgm:prSet/>
      <dgm:spPr/>
      <dgm:t>
        <a:bodyPr/>
        <a:lstStyle/>
        <a:p>
          <a:r>
            <a:rPr lang="en-US"/>
            <a:t>Codon Usage Bias – Relative Synonymous Codon Usage</a:t>
          </a:r>
        </a:p>
      </dgm:t>
    </dgm:pt>
    <dgm:pt modelId="{A75FB9A2-31DC-46F0-A379-F674BC764915}" type="parTrans" cxnId="{84DCC1D4-7F73-43CA-8CD0-A4004D0837CA}">
      <dgm:prSet/>
      <dgm:spPr/>
      <dgm:t>
        <a:bodyPr/>
        <a:lstStyle/>
        <a:p>
          <a:endParaRPr lang="en-US"/>
        </a:p>
      </dgm:t>
    </dgm:pt>
    <dgm:pt modelId="{345E2715-4095-4CA8-9B0C-0A93FFC763E7}" type="sibTrans" cxnId="{84DCC1D4-7F73-43CA-8CD0-A4004D0837CA}">
      <dgm:prSet/>
      <dgm:spPr/>
      <dgm:t>
        <a:bodyPr/>
        <a:lstStyle/>
        <a:p>
          <a:endParaRPr lang="en-US"/>
        </a:p>
      </dgm:t>
    </dgm:pt>
    <dgm:pt modelId="{CB79E28D-1CDB-4DD4-9CDC-66FC22200753}" type="pres">
      <dgm:prSet presAssocID="{4E49385A-92F3-446B-A960-496B330CA9B6}" presName="diagram" presStyleCnt="0">
        <dgm:presLayoutVars>
          <dgm:dir/>
          <dgm:resizeHandles val="exact"/>
        </dgm:presLayoutVars>
      </dgm:prSet>
      <dgm:spPr/>
    </dgm:pt>
    <dgm:pt modelId="{CC15BDB8-AF07-4FE4-B5F6-A0894793BE9D}" type="pres">
      <dgm:prSet presAssocID="{B68294EF-C7D7-4183-87DF-EE8F21CFF170}" presName="node" presStyleLbl="node1" presStyleIdx="0" presStyleCnt="8" custLinFactNeighborX="-185">
        <dgm:presLayoutVars>
          <dgm:bulletEnabled val="1"/>
        </dgm:presLayoutVars>
      </dgm:prSet>
      <dgm:spPr/>
    </dgm:pt>
    <dgm:pt modelId="{0D8DAC0A-7EBA-4980-AA4C-4E3B9856E127}" type="pres">
      <dgm:prSet presAssocID="{7B910780-D797-45DD-B77B-892E1349009C}" presName="sibTrans" presStyleCnt="0"/>
      <dgm:spPr/>
    </dgm:pt>
    <dgm:pt modelId="{C6E4FE3F-398C-4FA8-8A26-30178BE8CC3C}" type="pres">
      <dgm:prSet presAssocID="{DC82FA69-8B15-448B-B087-E3725E36507C}" presName="node" presStyleLbl="node1" presStyleIdx="1" presStyleCnt="8">
        <dgm:presLayoutVars>
          <dgm:bulletEnabled val="1"/>
        </dgm:presLayoutVars>
      </dgm:prSet>
      <dgm:spPr/>
    </dgm:pt>
    <dgm:pt modelId="{5D6E121A-655B-417B-9FFB-C15484FDC097}" type="pres">
      <dgm:prSet presAssocID="{76FDB87C-71E6-4457-AE25-617D02690711}" presName="sibTrans" presStyleCnt="0"/>
      <dgm:spPr/>
    </dgm:pt>
    <dgm:pt modelId="{EC907581-371B-4FF7-8164-70CBF67CFE21}" type="pres">
      <dgm:prSet presAssocID="{5525F204-1DD4-4AD2-ABF5-40F9DFDFFA79}" presName="node" presStyleLbl="node1" presStyleIdx="2" presStyleCnt="8">
        <dgm:presLayoutVars>
          <dgm:bulletEnabled val="1"/>
        </dgm:presLayoutVars>
      </dgm:prSet>
      <dgm:spPr/>
    </dgm:pt>
    <dgm:pt modelId="{FE899048-793C-4E93-9CF6-F4DE1950EDF5}" type="pres">
      <dgm:prSet presAssocID="{A16929F8-53EE-4049-9791-C51FDBB3A796}" presName="sibTrans" presStyleCnt="0"/>
      <dgm:spPr/>
    </dgm:pt>
    <dgm:pt modelId="{9B56BEFF-A835-498E-9383-84A0AAEBA607}" type="pres">
      <dgm:prSet presAssocID="{0B122835-F7B9-4C11-BA63-5C6B7064D68B}" presName="node" presStyleLbl="node1" presStyleIdx="3" presStyleCnt="8">
        <dgm:presLayoutVars>
          <dgm:bulletEnabled val="1"/>
        </dgm:presLayoutVars>
      </dgm:prSet>
      <dgm:spPr/>
    </dgm:pt>
    <dgm:pt modelId="{D6DA1575-FF7F-4B49-859F-E6E03EA77138}" type="pres">
      <dgm:prSet presAssocID="{B03A2496-F920-4471-A211-33F8D8D2CCDA}" presName="sibTrans" presStyleCnt="0"/>
      <dgm:spPr/>
    </dgm:pt>
    <dgm:pt modelId="{8C0095A4-4038-4E44-A07C-26243AC3C107}" type="pres">
      <dgm:prSet presAssocID="{7392ABA7-EC76-4357-B082-5605C66F44FD}" presName="node" presStyleLbl="node1" presStyleIdx="4" presStyleCnt="8">
        <dgm:presLayoutVars>
          <dgm:bulletEnabled val="1"/>
        </dgm:presLayoutVars>
      </dgm:prSet>
      <dgm:spPr/>
    </dgm:pt>
    <dgm:pt modelId="{4F35AEA3-07FF-4B37-9393-988B7BED2139}" type="pres">
      <dgm:prSet presAssocID="{076A50EB-0950-42CA-AABE-8FEE67703785}" presName="sibTrans" presStyleCnt="0"/>
      <dgm:spPr/>
    </dgm:pt>
    <dgm:pt modelId="{89E32F47-3176-4ACC-8333-2A1A1BBFDBFB}" type="pres">
      <dgm:prSet presAssocID="{EF6BE793-C316-4E3B-A5EE-39F14F3A3576}" presName="node" presStyleLbl="node1" presStyleIdx="5" presStyleCnt="8">
        <dgm:presLayoutVars>
          <dgm:bulletEnabled val="1"/>
        </dgm:presLayoutVars>
      </dgm:prSet>
      <dgm:spPr/>
    </dgm:pt>
    <dgm:pt modelId="{B962FF6C-6C59-4FA4-A550-B941EE6403F8}" type="pres">
      <dgm:prSet presAssocID="{BCD5508C-F5BE-4A13-855E-4580CC08D285}" presName="sibTrans" presStyleCnt="0"/>
      <dgm:spPr/>
    </dgm:pt>
    <dgm:pt modelId="{69FF0DD7-F6DC-49CE-A4BC-CE37A4DB3BA4}" type="pres">
      <dgm:prSet presAssocID="{4DB4133D-F77D-4AB2-BC2B-E3EA5F1884A5}" presName="node" presStyleLbl="node1" presStyleIdx="6" presStyleCnt="8">
        <dgm:presLayoutVars>
          <dgm:bulletEnabled val="1"/>
        </dgm:presLayoutVars>
      </dgm:prSet>
      <dgm:spPr/>
    </dgm:pt>
    <dgm:pt modelId="{D3EA3B6E-44CE-450E-9F82-6432F82623FD}" type="pres">
      <dgm:prSet presAssocID="{9C513E15-2AED-46DC-B65D-E2ADAAC6B25F}" presName="sibTrans" presStyleCnt="0"/>
      <dgm:spPr/>
    </dgm:pt>
    <dgm:pt modelId="{6814FCD8-90A9-4983-BEF9-2B9D5C43C2D0}" type="pres">
      <dgm:prSet presAssocID="{FE23106F-DA47-491C-A219-8F336FC1825C}" presName="node" presStyleLbl="node1" presStyleIdx="7" presStyleCnt="8">
        <dgm:presLayoutVars>
          <dgm:bulletEnabled val="1"/>
        </dgm:presLayoutVars>
      </dgm:prSet>
      <dgm:spPr/>
    </dgm:pt>
  </dgm:ptLst>
  <dgm:cxnLst>
    <dgm:cxn modelId="{3A2F4A06-256F-495D-B88F-2CA04A963DF5}" type="presOf" srcId="{0B122835-F7B9-4C11-BA63-5C6B7064D68B}" destId="{9B56BEFF-A835-498E-9383-84A0AAEBA607}" srcOrd="0" destOrd="0" presId="urn:microsoft.com/office/officeart/2005/8/layout/default"/>
    <dgm:cxn modelId="{A813E220-3410-46A1-AA19-BBCA98200699}" srcId="{4E49385A-92F3-446B-A960-496B330CA9B6}" destId="{4DB4133D-F77D-4AB2-BC2B-E3EA5F1884A5}" srcOrd="6" destOrd="0" parTransId="{76E4C2E6-7B34-45F0-91D0-F2EFB23FC4BC}" sibTransId="{9C513E15-2AED-46DC-B65D-E2ADAAC6B25F}"/>
    <dgm:cxn modelId="{6AE9A124-0AFE-4D46-B0EF-316E6F54BA76}" type="presOf" srcId="{FE23106F-DA47-491C-A219-8F336FC1825C}" destId="{6814FCD8-90A9-4983-BEF9-2B9D5C43C2D0}" srcOrd="0" destOrd="0" presId="urn:microsoft.com/office/officeart/2005/8/layout/default"/>
    <dgm:cxn modelId="{C3B41839-A1AB-4C4F-8B61-3A4BC5A9CBA9}" type="presOf" srcId="{7392ABA7-EC76-4357-B082-5605C66F44FD}" destId="{8C0095A4-4038-4E44-A07C-26243AC3C107}" srcOrd="0" destOrd="0" presId="urn:microsoft.com/office/officeart/2005/8/layout/default"/>
    <dgm:cxn modelId="{5507005F-0E5D-48C2-8970-617500451B45}" type="presOf" srcId="{DC82FA69-8B15-448B-B087-E3725E36507C}" destId="{C6E4FE3F-398C-4FA8-8A26-30178BE8CC3C}" srcOrd="0" destOrd="0" presId="urn:microsoft.com/office/officeart/2005/8/layout/default"/>
    <dgm:cxn modelId="{60E2C94A-A5B8-4B32-BC47-C3F398519086}" type="presOf" srcId="{4DB4133D-F77D-4AB2-BC2B-E3EA5F1884A5}" destId="{69FF0DD7-F6DC-49CE-A4BC-CE37A4DB3BA4}" srcOrd="0" destOrd="0" presId="urn:microsoft.com/office/officeart/2005/8/layout/default"/>
    <dgm:cxn modelId="{1718CB76-957C-42C5-B39D-7B72E5D00059}" srcId="{4E49385A-92F3-446B-A960-496B330CA9B6}" destId="{5525F204-1DD4-4AD2-ABF5-40F9DFDFFA79}" srcOrd="2" destOrd="0" parTransId="{089FA36E-CDA7-43A4-A1F1-B3A47EC6F437}" sibTransId="{A16929F8-53EE-4049-9791-C51FDBB3A796}"/>
    <dgm:cxn modelId="{A9D7077C-FE0D-4201-BAE8-2835A5D76A83}" srcId="{4E49385A-92F3-446B-A960-496B330CA9B6}" destId="{EF6BE793-C316-4E3B-A5EE-39F14F3A3576}" srcOrd="5" destOrd="0" parTransId="{CF1AFC05-FC0F-4C20-9B6F-C73AB0FF833D}" sibTransId="{BCD5508C-F5BE-4A13-855E-4580CC08D285}"/>
    <dgm:cxn modelId="{5DB61A86-8C35-49AD-8829-92D788D55104}" type="presOf" srcId="{4E49385A-92F3-446B-A960-496B330CA9B6}" destId="{CB79E28D-1CDB-4DD4-9CDC-66FC22200753}" srcOrd="0" destOrd="0" presId="urn:microsoft.com/office/officeart/2005/8/layout/default"/>
    <dgm:cxn modelId="{25F48892-FECE-4D58-8E21-DD12C367825D}" srcId="{4E49385A-92F3-446B-A960-496B330CA9B6}" destId="{7392ABA7-EC76-4357-B082-5605C66F44FD}" srcOrd="4" destOrd="0" parTransId="{6D8A2829-F890-41AE-AFC6-7DA50EDA087F}" sibTransId="{076A50EB-0950-42CA-AABE-8FEE67703785}"/>
    <dgm:cxn modelId="{37519E92-DE7F-4C46-9348-FA89CC54287F}" type="presOf" srcId="{EF6BE793-C316-4E3B-A5EE-39F14F3A3576}" destId="{89E32F47-3176-4ACC-8333-2A1A1BBFDBFB}" srcOrd="0" destOrd="0" presId="urn:microsoft.com/office/officeart/2005/8/layout/default"/>
    <dgm:cxn modelId="{754FD095-38AA-421F-9289-7C7EF9C3B805}" type="presOf" srcId="{B68294EF-C7D7-4183-87DF-EE8F21CFF170}" destId="{CC15BDB8-AF07-4FE4-B5F6-A0894793BE9D}" srcOrd="0" destOrd="0" presId="urn:microsoft.com/office/officeart/2005/8/layout/default"/>
    <dgm:cxn modelId="{6A8082B6-A1D9-4D7C-93AB-F108BA2C661D}" srcId="{4E49385A-92F3-446B-A960-496B330CA9B6}" destId="{0B122835-F7B9-4C11-BA63-5C6B7064D68B}" srcOrd="3" destOrd="0" parTransId="{FEAF8AE6-0195-477D-B38C-9D0911281FC0}" sibTransId="{B03A2496-F920-4471-A211-33F8D8D2CCDA}"/>
    <dgm:cxn modelId="{6D2485B8-75F9-46B7-B5DC-AC707DFB24F6}" type="presOf" srcId="{5525F204-1DD4-4AD2-ABF5-40F9DFDFFA79}" destId="{EC907581-371B-4FF7-8164-70CBF67CFE21}" srcOrd="0" destOrd="0" presId="urn:microsoft.com/office/officeart/2005/8/layout/default"/>
    <dgm:cxn modelId="{84DCC1D4-7F73-43CA-8CD0-A4004D0837CA}" srcId="{4E49385A-92F3-446B-A960-496B330CA9B6}" destId="{FE23106F-DA47-491C-A219-8F336FC1825C}" srcOrd="7" destOrd="0" parTransId="{A75FB9A2-31DC-46F0-A379-F674BC764915}" sibTransId="{345E2715-4095-4CA8-9B0C-0A93FFC763E7}"/>
    <dgm:cxn modelId="{F4E3D2EA-B9EA-4C0C-AEA3-0561E62DDDB5}" srcId="{4E49385A-92F3-446B-A960-496B330CA9B6}" destId="{B68294EF-C7D7-4183-87DF-EE8F21CFF170}" srcOrd="0" destOrd="0" parTransId="{DF362385-78C0-49D1-914F-B467C005CD74}" sibTransId="{7B910780-D797-45DD-B77B-892E1349009C}"/>
    <dgm:cxn modelId="{30DDEBF1-E778-4004-B005-C2A3335C0C2D}" srcId="{4E49385A-92F3-446B-A960-496B330CA9B6}" destId="{DC82FA69-8B15-448B-B087-E3725E36507C}" srcOrd="1" destOrd="0" parTransId="{8494BC50-6A26-4E61-828A-706D2645221A}" sibTransId="{76FDB87C-71E6-4457-AE25-617D02690711}"/>
    <dgm:cxn modelId="{2BD230F1-3279-4EF5-A7D1-AB39BC07891C}" type="presParOf" srcId="{CB79E28D-1CDB-4DD4-9CDC-66FC22200753}" destId="{CC15BDB8-AF07-4FE4-B5F6-A0894793BE9D}" srcOrd="0" destOrd="0" presId="urn:microsoft.com/office/officeart/2005/8/layout/default"/>
    <dgm:cxn modelId="{CE32C2B4-10C2-48BE-9275-5239FF86F197}" type="presParOf" srcId="{CB79E28D-1CDB-4DD4-9CDC-66FC22200753}" destId="{0D8DAC0A-7EBA-4980-AA4C-4E3B9856E127}" srcOrd="1" destOrd="0" presId="urn:microsoft.com/office/officeart/2005/8/layout/default"/>
    <dgm:cxn modelId="{0DC26F94-3C1D-4EBA-9EDA-4313284813EB}" type="presParOf" srcId="{CB79E28D-1CDB-4DD4-9CDC-66FC22200753}" destId="{C6E4FE3F-398C-4FA8-8A26-30178BE8CC3C}" srcOrd="2" destOrd="0" presId="urn:microsoft.com/office/officeart/2005/8/layout/default"/>
    <dgm:cxn modelId="{15819AF3-DE2E-46AD-8363-0F953FD2C6C9}" type="presParOf" srcId="{CB79E28D-1CDB-4DD4-9CDC-66FC22200753}" destId="{5D6E121A-655B-417B-9FFB-C15484FDC097}" srcOrd="3" destOrd="0" presId="urn:microsoft.com/office/officeart/2005/8/layout/default"/>
    <dgm:cxn modelId="{05EA0C50-0C48-427A-9912-0BB52A0B776A}" type="presParOf" srcId="{CB79E28D-1CDB-4DD4-9CDC-66FC22200753}" destId="{EC907581-371B-4FF7-8164-70CBF67CFE21}" srcOrd="4" destOrd="0" presId="urn:microsoft.com/office/officeart/2005/8/layout/default"/>
    <dgm:cxn modelId="{FB652B73-A04B-4061-875A-FD9FFE76BBBA}" type="presParOf" srcId="{CB79E28D-1CDB-4DD4-9CDC-66FC22200753}" destId="{FE899048-793C-4E93-9CF6-F4DE1950EDF5}" srcOrd="5" destOrd="0" presId="urn:microsoft.com/office/officeart/2005/8/layout/default"/>
    <dgm:cxn modelId="{E1A0EAB9-D613-4B28-A699-CA5F3EA9D323}" type="presParOf" srcId="{CB79E28D-1CDB-4DD4-9CDC-66FC22200753}" destId="{9B56BEFF-A835-498E-9383-84A0AAEBA607}" srcOrd="6" destOrd="0" presId="urn:microsoft.com/office/officeart/2005/8/layout/default"/>
    <dgm:cxn modelId="{9A13470F-610D-488A-BBE3-0E8D3DAF460A}" type="presParOf" srcId="{CB79E28D-1CDB-4DD4-9CDC-66FC22200753}" destId="{D6DA1575-FF7F-4B49-859F-E6E03EA77138}" srcOrd="7" destOrd="0" presId="urn:microsoft.com/office/officeart/2005/8/layout/default"/>
    <dgm:cxn modelId="{45C56976-4559-4ECF-813D-AF5B21313C98}" type="presParOf" srcId="{CB79E28D-1CDB-4DD4-9CDC-66FC22200753}" destId="{8C0095A4-4038-4E44-A07C-26243AC3C107}" srcOrd="8" destOrd="0" presId="urn:microsoft.com/office/officeart/2005/8/layout/default"/>
    <dgm:cxn modelId="{559F5CAC-F053-4F92-AB05-DBA215DA7836}" type="presParOf" srcId="{CB79E28D-1CDB-4DD4-9CDC-66FC22200753}" destId="{4F35AEA3-07FF-4B37-9393-988B7BED2139}" srcOrd="9" destOrd="0" presId="urn:microsoft.com/office/officeart/2005/8/layout/default"/>
    <dgm:cxn modelId="{3E23FEE7-B9AF-4EB5-AC0B-A6CB8B9B94F3}" type="presParOf" srcId="{CB79E28D-1CDB-4DD4-9CDC-66FC22200753}" destId="{89E32F47-3176-4ACC-8333-2A1A1BBFDBFB}" srcOrd="10" destOrd="0" presId="urn:microsoft.com/office/officeart/2005/8/layout/default"/>
    <dgm:cxn modelId="{8EF2F33F-F0B6-47A3-A1F4-DDB146D2176D}" type="presParOf" srcId="{CB79E28D-1CDB-4DD4-9CDC-66FC22200753}" destId="{B962FF6C-6C59-4FA4-A550-B941EE6403F8}" srcOrd="11" destOrd="0" presId="urn:microsoft.com/office/officeart/2005/8/layout/default"/>
    <dgm:cxn modelId="{28F3DCA4-A787-470F-8D4B-F02F69F3FB55}" type="presParOf" srcId="{CB79E28D-1CDB-4DD4-9CDC-66FC22200753}" destId="{69FF0DD7-F6DC-49CE-A4BC-CE37A4DB3BA4}" srcOrd="12" destOrd="0" presId="urn:microsoft.com/office/officeart/2005/8/layout/default"/>
    <dgm:cxn modelId="{88BE6AE8-692D-46C4-947C-3C1EF70F2968}" type="presParOf" srcId="{CB79E28D-1CDB-4DD4-9CDC-66FC22200753}" destId="{D3EA3B6E-44CE-450E-9F82-6432F82623FD}" srcOrd="13" destOrd="0" presId="urn:microsoft.com/office/officeart/2005/8/layout/default"/>
    <dgm:cxn modelId="{F35137E9-499F-4D37-9AA9-3BDBB4F94DE9}" type="presParOf" srcId="{CB79E28D-1CDB-4DD4-9CDC-66FC22200753}" destId="{6814FCD8-90A9-4983-BEF9-2B9D5C43C2D0}" srcOrd="1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4F62DD2-F3F8-46A9-986F-25CC836C671D}"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7ABD9BD5-A456-4665-A8BB-3D9711BC9AC8}">
      <dgm:prSet/>
      <dgm:spPr/>
      <dgm:t>
        <a:bodyPr/>
        <a:lstStyle/>
        <a:p>
          <a:r>
            <a:rPr lang="en-US" dirty="0"/>
            <a:t>Improvements:</a:t>
          </a:r>
        </a:p>
      </dgm:t>
    </dgm:pt>
    <dgm:pt modelId="{C1758026-1616-4E47-B68D-024678EB0E6C}" type="parTrans" cxnId="{87BBC464-53F1-4AFA-9304-DB657C0291BC}">
      <dgm:prSet/>
      <dgm:spPr/>
      <dgm:t>
        <a:bodyPr/>
        <a:lstStyle/>
        <a:p>
          <a:endParaRPr lang="en-US"/>
        </a:p>
      </dgm:t>
    </dgm:pt>
    <dgm:pt modelId="{FA506DC5-E3B6-45A3-ABFB-8C5DFE8F66A6}" type="sibTrans" cxnId="{87BBC464-53F1-4AFA-9304-DB657C0291BC}">
      <dgm:prSet/>
      <dgm:spPr/>
      <dgm:t>
        <a:bodyPr/>
        <a:lstStyle/>
        <a:p>
          <a:endParaRPr lang="en-US"/>
        </a:p>
      </dgm:t>
    </dgm:pt>
    <dgm:pt modelId="{127619CB-90CF-4B0E-B251-B1FA97AB7742}">
      <dgm:prSet/>
      <dgm:spPr/>
      <dgm:t>
        <a:bodyPr/>
        <a:lstStyle/>
        <a:p>
          <a:r>
            <a:rPr lang="en-US" dirty="0"/>
            <a:t>Focus:</a:t>
          </a:r>
        </a:p>
      </dgm:t>
    </dgm:pt>
    <dgm:pt modelId="{968ADA6E-7C30-4A95-BC0A-70B35A527B3C}" type="parTrans" cxnId="{C1AAF571-1E83-4D75-9D84-01F868A1F754}">
      <dgm:prSet/>
      <dgm:spPr/>
      <dgm:t>
        <a:bodyPr/>
        <a:lstStyle/>
        <a:p>
          <a:endParaRPr lang="en-US"/>
        </a:p>
      </dgm:t>
    </dgm:pt>
    <dgm:pt modelId="{D50CDF58-1511-4A6B-8096-10DD6A416D75}" type="sibTrans" cxnId="{C1AAF571-1E83-4D75-9D84-01F868A1F754}">
      <dgm:prSet/>
      <dgm:spPr/>
      <dgm:t>
        <a:bodyPr/>
        <a:lstStyle/>
        <a:p>
          <a:endParaRPr lang="en-US"/>
        </a:p>
      </dgm:t>
    </dgm:pt>
    <dgm:pt modelId="{8372F37D-3456-4388-A6F6-FD797D93E4B2}">
      <dgm:prSet/>
      <dgm:spPr/>
      <dgm:t>
        <a:bodyPr/>
        <a:lstStyle/>
        <a:p>
          <a:r>
            <a:rPr lang="en-US" dirty="0"/>
            <a:t>Different Analyses:</a:t>
          </a:r>
        </a:p>
      </dgm:t>
    </dgm:pt>
    <dgm:pt modelId="{85554193-8742-47FF-93FF-69AE3B4A6C0A}" type="parTrans" cxnId="{193E5F3F-0E78-4A28-8ADD-6BBE69AC52C3}">
      <dgm:prSet/>
      <dgm:spPr/>
      <dgm:t>
        <a:bodyPr/>
        <a:lstStyle/>
        <a:p>
          <a:endParaRPr lang="en-US"/>
        </a:p>
      </dgm:t>
    </dgm:pt>
    <dgm:pt modelId="{394091DF-9AB1-4CB5-AF0D-7A337767D9CA}" type="sibTrans" cxnId="{193E5F3F-0E78-4A28-8ADD-6BBE69AC52C3}">
      <dgm:prSet/>
      <dgm:spPr/>
      <dgm:t>
        <a:bodyPr/>
        <a:lstStyle/>
        <a:p>
          <a:endParaRPr lang="en-US"/>
        </a:p>
      </dgm:t>
    </dgm:pt>
    <dgm:pt modelId="{8FAB5CDF-8E66-49E8-AA79-333DF83B865B}">
      <dgm:prSet/>
      <dgm:spPr/>
      <dgm:t>
        <a:bodyPr/>
        <a:lstStyle/>
        <a:p>
          <a:r>
            <a:rPr lang="en-US" dirty="0"/>
            <a:t>Statistically significant sample sizes</a:t>
          </a:r>
        </a:p>
      </dgm:t>
    </dgm:pt>
    <dgm:pt modelId="{F66BA1E8-DC45-4C6F-BAC4-D58F77C561C5}" type="parTrans" cxnId="{2C188D23-C723-4AE5-8947-68C775CBEAAE}">
      <dgm:prSet/>
      <dgm:spPr/>
      <dgm:t>
        <a:bodyPr/>
        <a:lstStyle/>
        <a:p>
          <a:endParaRPr lang="en-US"/>
        </a:p>
      </dgm:t>
    </dgm:pt>
    <dgm:pt modelId="{7F37988B-F381-477B-AB06-AAFA55B1C31F}" type="sibTrans" cxnId="{2C188D23-C723-4AE5-8947-68C775CBEAAE}">
      <dgm:prSet/>
      <dgm:spPr/>
      <dgm:t>
        <a:bodyPr/>
        <a:lstStyle/>
        <a:p>
          <a:endParaRPr lang="en-US"/>
        </a:p>
      </dgm:t>
    </dgm:pt>
    <dgm:pt modelId="{186FC886-641C-4CB6-95E3-F747E504C4B4}">
      <dgm:prSet/>
      <dgm:spPr/>
      <dgm:t>
        <a:bodyPr/>
        <a:lstStyle/>
        <a:p>
          <a:r>
            <a:rPr lang="en-US" dirty="0"/>
            <a:t>Run reciprocal PSI-BLAST to ensure meaningful sequence selection</a:t>
          </a:r>
        </a:p>
      </dgm:t>
    </dgm:pt>
    <dgm:pt modelId="{62771092-53D6-4D20-8279-D630F8CABC37}" type="parTrans" cxnId="{8056689A-719D-43B7-A43B-8EDD10D57A2E}">
      <dgm:prSet/>
      <dgm:spPr/>
      <dgm:t>
        <a:bodyPr/>
        <a:lstStyle/>
        <a:p>
          <a:endParaRPr lang="en-US"/>
        </a:p>
      </dgm:t>
    </dgm:pt>
    <dgm:pt modelId="{6AA34DA4-2893-4720-9737-8310DCA143B2}" type="sibTrans" cxnId="{8056689A-719D-43B7-A43B-8EDD10D57A2E}">
      <dgm:prSet/>
      <dgm:spPr/>
      <dgm:t>
        <a:bodyPr/>
        <a:lstStyle/>
        <a:p>
          <a:endParaRPr lang="en-US"/>
        </a:p>
      </dgm:t>
    </dgm:pt>
    <dgm:pt modelId="{53D606F0-7AC7-449A-9D88-A7A39805C2DC}">
      <dgm:prSet/>
      <dgm:spPr/>
      <dgm:t>
        <a:bodyPr/>
        <a:lstStyle/>
        <a:p>
          <a:r>
            <a:rPr lang="en-US" dirty="0"/>
            <a:t>Entropy analysis</a:t>
          </a:r>
        </a:p>
      </dgm:t>
    </dgm:pt>
    <dgm:pt modelId="{B0B586C9-15BA-4016-B2BA-DF5577BB9EEA}" type="parTrans" cxnId="{AC0A28B4-4470-461A-9D83-D95E276D5367}">
      <dgm:prSet/>
      <dgm:spPr/>
      <dgm:t>
        <a:bodyPr/>
        <a:lstStyle/>
        <a:p>
          <a:endParaRPr lang="en-US"/>
        </a:p>
      </dgm:t>
    </dgm:pt>
    <dgm:pt modelId="{AAE29CEF-B3DF-4B5C-B4AC-C094D84660B1}" type="sibTrans" cxnId="{AC0A28B4-4470-461A-9D83-D95E276D5367}">
      <dgm:prSet/>
      <dgm:spPr/>
      <dgm:t>
        <a:bodyPr/>
        <a:lstStyle/>
        <a:p>
          <a:endParaRPr lang="en-US"/>
        </a:p>
      </dgm:t>
    </dgm:pt>
    <dgm:pt modelId="{645248E3-86FE-4E56-A0E7-3155949C561D}">
      <dgm:prSet/>
      <dgm:spPr/>
      <dgm:t>
        <a:bodyPr/>
        <a:lstStyle/>
        <a:p>
          <a:r>
            <a:rPr lang="en-US" dirty="0"/>
            <a:t>Apply machine learning</a:t>
          </a:r>
        </a:p>
      </dgm:t>
    </dgm:pt>
    <dgm:pt modelId="{BBCCFFED-D302-440C-B3DB-92F69D0E3F32}" type="parTrans" cxnId="{EB47423D-60D5-4766-9F15-DAE922F62F9D}">
      <dgm:prSet/>
      <dgm:spPr/>
      <dgm:t>
        <a:bodyPr/>
        <a:lstStyle/>
        <a:p>
          <a:endParaRPr lang="en-US"/>
        </a:p>
      </dgm:t>
    </dgm:pt>
    <dgm:pt modelId="{24BEB39E-D02D-40CE-AF4D-B098F34FF0A8}" type="sibTrans" cxnId="{EB47423D-60D5-4766-9F15-DAE922F62F9D}">
      <dgm:prSet/>
      <dgm:spPr/>
      <dgm:t>
        <a:bodyPr/>
        <a:lstStyle/>
        <a:p>
          <a:endParaRPr lang="en-US"/>
        </a:p>
      </dgm:t>
    </dgm:pt>
    <dgm:pt modelId="{223B3668-D517-4BE6-A030-E002239CB41F}">
      <dgm:prSet/>
      <dgm:spPr/>
      <dgm:t>
        <a:bodyPr/>
        <a:lstStyle/>
        <a:p>
          <a:r>
            <a:rPr lang="en-US" dirty="0"/>
            <a:t>Techniques to decrease impact of domain</a:t>
          </a:r>
        </a:p>
      </dgm:t>
    </dgm:pt>
    <dgm:pt modelId="{7C81CAFF-0281-4E29-AE05-587D1ECDC89E}" type="parTrans" cxnId="{9623F597-248A-490D-BEFD-F8F318D90FE7}">
      <dgm:prSet/>
      <dgm:spPr/>
      <dgm:t>
        <a:bodyPr/>
        <a:lstStyle/>
        <a:p>
          <a:endParaRPr lang="en-US"/>
        </a:p>
      </dgm:t>
    </dgm:pt>
    <dgm:pt modelId="{6F147600-726B-45DC-9F5D-C30839E3C915}" type="sibTrans" cxnId="{9623F597-248A-490D-BEFD-F8F318D90FE7}">
      <dgm:prSet/>
      <dgm:spPr/>
      <dgm:t>
        <a:bodyPr/>
        <a:lstStyle/>
        <a:p>
          <a:endParaRPr lang="en-US"/>
        </a:p>
      </dgm:t>
    </dgm:pt>
    <dgm:pt modelId="{1EEFBE66-8D63-4E68-9615-5756A47141BC}">
      <dgm:prSet/>
      <dgm:spPr/>
      <dgm:t>
        <a:bodyPr/>
        <a:lstStyle/>
        <a:p>
          <a:r>
            <a:rPr lang="en-US" dirty="0"/>
            <a:t>Specific classes</a:t>
          </a:r>
        </a:p>
      </dgm:t>
    </dgm:pt>
    <dgm:pt modelId="{F36B91D1-FB5D-4A6B-9351-FF173198D686}" type="parTrans" cxnId="{59BA6627-6F92-44F0-BD51-2B0C33B17C97}">
      <dgm:prSet/>
      <dgm:spPr/>
      <dgm:t>
        <a:bodyPr/>
        <a:lstStyle/>
        <a:p>
          <a:endParaRPr lang="en-US"/>
        </a:p>
      </dgm:t>
    </dgm:pt>
    <dgm:pt modelId="{0B9A72F2-08BD-4BF5-8FF3-72215C1E5BB7}" type="sibTrans" cxnId="{59BA6627-6F92-44F0-BD51-2B0C33B17C97}">
      <dgm:prSet/>
      <dgm:spPr/>
      <dgm:t>
        <a:bodyPr/>
        <a:lstStyle/>
        <a:p>
          <a:endParaRPr lang="en-US"/>
        </a:p>
      </dgm:t>
    </dgm:pt>
    <dgm:pt modelId="{FBD2B032-3F44-478F-840C-93C1BF3405DA}">
      <dgm:prSet/>
      <dgm:spPr/>
      <dgm:t>
        <a:bodyPr/>
        <a:lstStyle/>
        <a:p>
          <a:r>
            <a:rPr lang="en-US" dirty="0"/>
            <a:t>Extend to Animals</a:t>
          </a:r>
        </a:p>
      </dgm:t>
    </dgm:pt>
    <dgm:pt modelId="{4FF78DD0-AF0C-4A46-9333-9C275F52F01D}" type="parTrans" cxnId="{4C0E622C-06AD-4E62-99CF-B26F8EED4FE7}">
      <dgm:prSet/>
      <dgm:spPr/>
      <dgm:t>
        <a:bodyPr/>
        <a:lstStyle/>
        <a:p>
          <a:endParaRPr lang="en-US"/>
        </a:p>
      </dgm:t>
    </dgm:pt>
    <dgm:pt modelId="{21C8DEDE-9468-4E02-991A-268567876B06}" type="sibTrans" cxnId="{4C0E622C-06AD-4E62-99CF-B26F8EED4FE7}">
      <dgm:prSet/>
      <dgm:spPr/>
      <dgm:t>
        <a:bodyPr/>
        <a:lstStyle/>
        <a:p>
          <a:endParaRPr lang="en-US"/>
        </a:p>
      </dgm:t>
    </dgm:pt>
    <dgm:pt modelId="{3F11AB0D-0540-4C37-857D-BC1D2F333224}">
      <dgm:prSet/>
      <dgm:spPr/>
      <dgm:t>
        <a:bodyPr/>
        <a:lstStyle/>
        <a:p>
          <a:r>
            <a:rPr lang="en-US" dirty="0"/>
            <a:t>Profile HMM at termini, domain, or core level</a:t>
          </a:r>
        </a:p>
      </dgm:t>
    </dgm:pt>
    <dgm:pt modelId="{B530DB4F-A3B6-44FF-8C72-577B18C93999}" type="parTrans" cxnId="{6242BB06-5882-4338-832A-0C087A55D119}">
      <dgm:prSet/>
      <dgm:spPr/>
      <dgm:t>
        <a:bodyPr/>
        <a:lstStyle/>
        <a:p>
          <a:endParaRPr lang="en-US"/>
        </a:p>
      </dgm:t>
    </dgm:pt>
    <dgm:pt modelId="{E6E36A48-8AD4-4FA1-AEBE-E786FB5F3EF4}" type="sibTrans" cxnId="{6242BB06-5882-4338-832A-0C087A55D119}">
      <dgm:prSet/>
      <dgm:spPr/>
      <dgm:t>
        <a:bodyPr/>
        <a:lstStyle/>
        <a:p>
          <a:endParaRPr lang="en-US"/>
        </a:p>
      </dgm:t>
    </dgm:pt>
    <dgm:pt modelId="{AC5698C7-7AAA-40B2-91EF-9E0C24357190}">
      <dgm:prSet/>
      <dgm:spPr/>
      <dgm:t>
        <a:bodyPr/>
        <a:lstStyle/>
        <a:p>
          <a:r>
            <a:rPr lang="en-US" dirty="0"/>
            <a:t>Motif analysis</a:t>
          </a:r>
        </a:p>
      </dgm:t>
    </dgm:pt>
    <dgm:pt modelId="{8DAD675B-DE6E-46F8-976C-5062D4E59E29}" type="parTrans" cxnId="{83427E33-CBDD-44B5-B047-395A6B218C4E}">
      <dgm:prSet/>
      <dgm:spPr/>
      <dgm:t>
        <a:bodyPr/>
        <a:lstStyle/>
        <a:p>
          <a:endParaRPr lang="en-US"/>
        </a:p>
      </dgm:t>
    </dgm:pt>
    <dgm:pt modelId="{74ACF5F6-7B95-404F-AC75-EFB6F1F28A5E}" type="sibTrans" cxnId="{83427E33-CBDD-44B5-B047-395A6B218C4E}">
      <dgm:prSet/>
      <dgm:spPr/>
      <dgm:t>
        <a:bodyPr/>
        <a:lstStyle/>
        <a:p>
          <a:endParaRPr lang="en-US"/>
        </a:p>
      </dgm:t>
    </dgm:pt>
    <dgm:pt modelId="{364B9D40-4C03-46E9-9260-E69907AA1AD4}">
      <dgm:prSet/>
      <dgm:spPr/>
      <dgm:t>
        <a:bodyPr/>
        <a:lstStyle/>
        <a:p>
          <a:r>
            <a:rPr lang="en-US" dirty="0"/>
            <a:t>Analyze the termini</a:t>
          </a:r>
        </a:p>
      </dgm:t>
    </dgm:pt>
    <dgm:pt modelId="{33888196-1D71-4ECE-868D-5B08AC9A938E}" type="parTrans" cxnId="{95386359-E68C-4BC1-85DF-4C8F65986DCB}">
      <dgm:prSet/>
      <dgm:spPr/>
      <dgm:t>
        <a:bodyPr/>
        <a:lstStyle/>
        <a:p>
          <a:endParaRPr lang="en-US"/>
        </a:p>
      </dgm:t>
    </dgm:pt>
    <dgm:pt modelId="{5BC6F6FE-AE28-4823-AF74-1BA01E04D99C}" type="sibTrans" cxnId="{95386359-E68C-4BC1-85DF-4C8F65986DCB}">
      <dgm:prSet/>
      <dgm:spPr/>
      <dgm:t>
        <a:bodyPr/>
        <a:lstStyle/>
        <a:p>
          <a:endParaRPr lang="en-US"/>
        </a:p>
      </dgm:t>
    </dgm:pt>
    <dgm:pt modelId="{F821AC00-402E-4375-AEC1-FB108C6B2C8F}">
      <dgm:prSet/>
      <dgm:spPr/>
      <dgm:t>
        <a:bodyPr/>
        <a:lstStyle/>
        <a:p>
          <a:r>
            <a:rPr lang="en-US" dirty="0"/>
            <a:t>Remove termini and focus on core</a:t>
          </a:r>
        </a:p>
      </dgm:t>
    </dgm:pt>
    <dgm:pt modelId="{7B8B1C1F-3CD0-4FD4-A3B1-09BED059ED8F}" type="parTrans" cxnId="{D5C092EB-6202-4997-AB2E-678CA46AB77A}">
      <dgm:prSet/>
      <dgm:spPr/>
      <dgm:t>
        <a:bodyPr/>
        <a:lstStyle/>
        <a:p>
          <a:endParaRPr lang="en-US"/>
        </a:p>
      </dgm:t>
    </dgm:pt>
    <dgm:pt modelId="{BA41575C-FC3A-4EE4-87FB-778465361700}" type="sibTrans" cxnId="{D5C092EB-6202-4997-AB2E-678CA46AB77A}">
      <dgm:prSet/>
      <dgm:spPr/>
      <dgm:t>
        <a:bodyPr/>
        <a:lstStyle/>
        <a:p>
          <a:endParaRPr lang="en-US"/>
        </a:p>
      </dgm:t>
    </dgm:pt>
    <dgm:pt modelId="{F85B2A5A-184C-4BAA-8AD1-690902A11E43}">
      <dgm:prSet/>
      <dgm:spPr/>
      <dgm:t>
        <a:bodyPr/>
        <a:lstStyle/>
        <a:p>
          <a:r>
            <a:rPr lang="en-US"/>
            <a:t>Protein-folding</a:t>
          </a:r>
          <a:endParaRPr lang="en-US" dirty="0"/>
        </a:p>
      </dgm:t>
    </dgm:pt>
    <dgm:pt modelId="{C4483735-E775-4FD7-8B77-24DDF5C7C462}" type="parTrans" cxnId="{00C8FEBB-BFCA-479F-9416-843AB69E8CB0}">
      <dgm:prSet/>
      <dgm:spPr/>
      <dgm:t>
        <a:bodyPr/>
        <a:lstStyle/>
        <a:p>
          <a:endParaRPr lang="en-US"/>
        </a:p>
      </dgm:t>
    </dgm:pt>
    <dgm:pt modelId="{D088CB68-D8A1-4269-BAE9-2DA9DD05BE83}" type="sibTrans" cxnId="{00C8FEBB-BFCA-479F-9416-843AB69E8CB0}">
      <dgm:prSet/>
      <dgm:spPr/>
      <dgm:t>
        <a:bodyPr/>
        <a:lstStyle/>
        <a:p>
          <a:endParaRPr lang="en-US"/>
        </a:p>
      </dgm:t>
    </dgm:pt>
    <dgm:pt modelId="{63E6E33C-0038-40D5-A47C-F2CE5C8DA904}" type="pres">
      <dgm:prSet presAssocID="{A4F62DD2-F3F8-46A9-986F-25CC836C671D}" presName="diagram" presStyleCnt="0">
        <dgm:presLayoutVars>
          <dgm:dir/>
          <dgm:resizeHandles val="exact"/>
        </dgm:presLayoutVars>
      </dgm:prSet>
      <dgm:spPr/>
    </dgm:pt>
    <dgm:pt modelId="{702B7362-1AA6-4454-9B00-00DEC551C5A7}" type="pres">
      <dgm:prSet presAssocID="{7ABD9BD5-A456-4665-A8BB-3D9711BC9AC8}" presName="node" presStyleLbl="node1" presStyleIdx="0" presStyleCnt="3">
        <dgm:presLayoutVars>
          <dgm:bulletEnabled val="1"/>
        </dgm:presLayoutVars>
      </dgm:prSet>
      <dgm:spPr/>
    </dgm:pt>
    <dgm:pt modelId="{F4324B33-FF3D-4ED5-B82C-E6E5BC3FB4FD}" type="pres">
      <dgm:prSet presAssocID="{FA506DC5-E3B6-45A3-ABFB-8C5DFE8F66A6}" presName="sibTrans" presStyleCnt="0"/>
      <dgm:spPr/>
    </dgm:pt>
    <dgm:pt modelId="{05CF3D21-3A39-4CDC-88CE-3689E194D9EA}" type="pres">
      <dgm:prSet presAssocID="{8372F37D-3456-4388-A6F6-FD797D93E4B2}" presName="node" presStyleLbl="node1" presStyleIdx="1" presStyleCnt="3">
        <dgm:presLayoutVars>
          <dgm:bulletEnabled val="1"/>
        </dgm:presLayoutVars>
      </dgm:prSet>
      <dgm:spPr/>
    </dgm:pt>
    <dgm:pt modelId="{9D3C5060-2DE0-403B-8503-1BE0B28EC38C}" type="pres">
      <dgm:prSet presAssocID="{394091DF-9AB1-4CB5-AF0D-7A337767D9CA}" presName="sibTrans" presStyleCnt="0"/>
      <dgm:spPr/>
    </dgm:pt>
    <dgm:pt modelId="{865F572E-A6E4-4EA3-AAC2-2BD943A4F6C5}" type="pres">
      <dgm:prSet presAssocID="{127619CB-90CF-4B0E-B251-B1FA97AB7742}" presName="node" presStyleLbl="node1" presStyleIdx="2" presStyleCnt="3">
        <dgm:presLayoutVars>
          <dgm:bulletEnabled val="1"/>
        </dgm:presLayoutVars>
      </dgm:prSet>
      <dgm:spPr/>
    </dgm:pt>
  </dgm:ptLst>
  <dgm:cxnLst>
    <dgm:cxn modelId="{6242BB06-5882-4338-832A-0C087A55D119}" srcId="{8372F37D-3456-4388-A6F6-FD797D93E4B2}" destId="{3F11AB0D-0540-4C37-857D-BC1D2F333224}" srcOrd="5" destOrd="0" parTransId="{B530DB4F-A3B6-44FF-8C72-577B18C93999}" sibTransId="{E6E36A48-8AD4-4FA1-AEBE-E786FB5F3EF4}"/>
    <dgm:cxn modelId="{97E3F71A-530D-4D50-976E-D0E0E1721D9B}" type="presOf" srcId="{223B3668-D517-4BE6-A030-E002239CB41F}" destId="{05CF3D21-3A39-4CDC-88CE-3689E194D9EA}" srcOrd="0" destOrd="5" presId="urn:microsoft.com/office/officeart/2005/8/layout/default"/>
    <dgm:cxn modelId="{2C188D23-C723-4AE5-8947-68C775CBEAAE}" srcId="{7ABD9BD5-A456-4665-A8BB-3D9711BC9AC8}" destId="{8FAB5CDF-8E66-49E8-AA79-333DF83B865B}" srcOrd="0" destOrd="0" parTransId="{F66BA1E8-DC45-4C6F-BAC4-D58F77C561C5}" sibTransId="{7F37988B-F381-477B-AB06-AAFA55B1C31F}"/>
    <dgm:cxn modelId="{59BA6627-6F92-44F0-BD51-2B0C33B17C97}" srcId="{127619CB-90CF-4B0E-B251-B1FA97AB7742}" destId="{1EEFBE66-8D63-4E68-9615-5756A47141BC}" srcOrd="0" destOrd="0" parTransId="{F36B91D1-FB5D-4A6B-9351-FF173198D686}" sibTransId="{0B9A72F2-08BD-4BF5-8FF3-72215C1E5BB7}"/>
    <dgm:cxn modelId="{4C0E622C-06AD-4E62-99CF-B26F8EED4FE7}" srcId="{127619CB-90CF-4B0E-B251-B1FA97AB7742}" destId="{FBD2B032-3F44-478F-840C-93C1BF3405DA}" srcOrd="1" destOrd="0" parTransId="{4FF78DD0-AF0C-4A46-9333-9C275F52F01D}" sibTransId="{21C8DEDE-9468-4E02-991A-268567876B06}"/>
    <dgm:cxn modelId="{00BE5E2D-8777-41F6-AF48-A9FCDD68234D}" type="presOf" srcId="{1EEFBE66-8D63-4E68-9615-5756A47141BC}" destId="{865F572E-A6E4-4EA3-AAC2-2BD943A4F6C5}" srcOrd="0" destOrd="1" presId="urn:microsoft.com/office/officeart/2005/8/layout/default"/>
    <dgm:cxn modelId="{0C4FFC2E-D34F-4BD0-8E85-A6151449B9A2}" type="presOf" srcId="{8FAB5CDF-8E66-49E8-AA79-333DF83B865B}" destId="{702B7362-1AA6-4454-9B00-00DEC551C5A7}" srcOrd="0" destOrd="1" presId="urn:microsoft.com/office/officeart/2005/8/layout/default"/>
    <dgm:cxn modelId="{83427E33-CBDD-44B5-B047-395A6B218C4E}" srcId="{8372F37D-3456-4388-A6F6-FD797D93E4B2}" destId="{AC5698C7-7AAA-40B2-91EF-9E0C24357190}" srcOrd="1" destOrd="0" parTransId="{8DAD675B-DE6E-46F8-976C-5062D4E59E29}" sibTransId="{74ACF5F6-7B95-404F-AC75-EFB6F1F28A5E}"/>
    <dgm:cxn modelId="{EB47423D-60D5-4766-9F15-DAE922F62F9D}" srcId="{8372F37D-3456-4388-A6F6-FD797D93E4B2}" destId="{645248E3-86FE-4E56-A0E7-3155949C561D}" srcOrd="3" destOrd="0" parTransId="{BBCCFFED-D302-440C-B3DB-92F69D0E3F32}" sibTransId="{24BEB39E-D02D-40CE-AF4D-B098F34FF0A8}"/>
    <dgm:cxn modelId="{4A07B13E-2FCC-4042-A52A-ECF5A86ACC58}" type="presOf" srcId="{F821AC00-402E-4375-AEC1-FB108C6B2C8F}" destId="{865F572E-A6E4-4EA3-AAC2-2BD943A4F6C5}" srcOrd="0" destOrd="4" presId="urn:microsoft.com/office/officeart/2005/8/layout/default"/>
    <dgm:cxn modelId="{193E5F3F-0E78-4A28-8ADD-6BBE69AC52C3}" srcId="{A4F62DD2-F3F8-46A9-986F-25CC836C671D}" destId="{8372F37D-3456-4388-A6F6-FD797D93E4B2}" srcOrd="1" destOrd="0" parTransId="{85554193-8742-47FF-93FF-69AE3B4A6C0A}" sibTransId="{394091DF-9AB1-4CB5-AF0D-7A337767D9CA}"/>
    <dgm:cxn modelId="{87BBC464-53F1-4AFA-9304-DB657C0291BC}" srcId="{A4F62DD2-F3F8-46A9-986F-25CC836C671D}" destId="{7ABD9BD5-A456-4665-A8BB-3D9711BC9AC8}" srcOrd="0" destOrd="0" parTransId="{C1758026-1616-4E47-B68D-024678EB0E6C}" sibTransId="{FA506DC5-E3B6-45A3-ABFB-8C5DFE8F66A6}"/>
    <dgm:cxn modelId="{F83DAF4F-3ECA-48D8-8744-FC2A1A6DFEDA}" type="presOf" srcId="{F85B2A5A-184C-4BAA-8AD1-690902A11E43}" destId="{05CF3D21-3A39-4CDC-88CE-3689E194D9EA}" srcOrd="0" destOrd="3" presId="urn:microsoft.com/office/officeart/2005/8/layout/default"/>
    <dgm:cxn modelId="{0F04AC70-FC32-4BC3-BB3B-53B40DF69A24}" type="presOf" srcId="{A4F62DD2-F3F8-46A9-986F-25CC836C671D}" destId="{63E6E33C-0038-40D5-A47C-F2CE5C8DA904}" srcOrd="0" destOrd="0" presId="urn:microsoft.com/office/officeart/2005/8/layout/default"/>
    <dgm:cxn modelId="{C1AAF571-1E83-4D75-9D84-01F868A1F754}" srcId="{A4F62DD2-F3F8-46A9-986F-25CC836C671D}" destId="{127619CB-90CF-4B0E-B251-B1FA97AB7742}" srcOrd="2" destOrd="0" parTransId="{968ADA6E-7C30-4A95-BC0A-70B35A527B3C}" sibTransId="{D50CDF58-1511-4A6B-8096-10DD6A416D75}"/>
    <dgm:cxn modelId="{95386359-E68C-4BC1-85DF-4C8F65986DCB}" srcId="{127619CB-90CF-4B0E-B251-B1FA97AB7742}" destId="{364B9D40-4C03-46E9-9260-E69907AA1AD4}" srcOrd="2" destOrd="0" parTransId="{33888196-1D71-4ECE-868D-5B08AC9A938E}" sibTransId="{5BC6F6FE-AE28-4823-AF74-1BA01E04D99C}"/>
    <dgm:cxn modelId="{B2EF2F80-6988-49B7-9278-1B30EACE94BA}" type="presOf" srcId="{53D606F0-7AC7-449A-9D88-A7A39805C2DC}" destId="{05CF3D21-3A39-4CDC-88CE-3689E194D9EA}" srcOrd="0" destOrd="1" presId="urn:microsoft.com/office/officeart/2005/8/layout/default"/>
    <dgm:cxn modelId="{E6299681-C4E9-4593-99BE-71CB61CFD7A9}" type="presOf" srcId="{645248E3-86FE-4E56-A0E7-3155949C561D}" destId="{05CF3D21-3A39-4CDC-88CE-3689E194D9EA}" srcOrd="0" destOrd="4" presId="urn:microsoft.com/office/officeart/2005/8/layout/default"/>
    <dgm:cxn modelId="{9623F597-248A-490D-BEFD-F8F318D90FE7}" srcId="{8372F37D-3456-4388-A6F6-FD797D93E4B2}" destId="{223B3668-D517-4BE6-A030-E002239CB41F}" srcOrd="4" destOrd="0" parTransId="{7C81CAFF-0281-4E29-AE05-587D1ECDC89E}" sibTransId="{6F147600-726B-45DC-9F5D-C30839E3C915}"/>
    <dgm:cxn modelId="{8056689A-719D-43B7-A43B-8EDD10D57A2E}" srcId="{7ABD9BD5-A456-4665-A8BB-3D9711BC9AC8}" destId="{186FC886-641C-4CB6-95E3-F747E504C4B4}" srcOrd="1" destOrd="0" parTransId="{62771092-53D6-4D20-8279-D630F8CABC37}" sibTransId="{6AA34DA4-2893-4720-9737-8310DCA143B2}"/>
    <dgm:cxn modelId="{144054A6-362A-463F-A9B4-6FFD46D70B38}" type="presOf" srcId="{186FC886-641C-4CB6-95E3-F747E504C4B4}" destId="{702B7362-1AA6-4454-9B00-00DEC551C5A7}" srcOrd="0" destOrd="2" presId="urn:microsoft.com/office/officeart/2005/8/layout/default"/>
    <dgm:cxn modelId="{282329A9-9DFF-41A3-857C-6F9B63EE71D1}" type="presOf" srcId="{364B9D40-4C03-46E9-9260-E69907AA1AD4}" destId="{865F572E-A6E4-4EA3-AAC2-2BD943A4F6C5}" srcOrd="0" destOrd="3" presId="urn:microsoft.com/office/officeart/2005/8/layout/default"/>
    <dgm:cxn modelId="{76C766AC-D6E5-4988-BC79-777CFEF579EC}" type="presOf" srcId="{3F11AB0D-0540-4C37-857D-BC1D2F333224}" destId="{05CF3D21-3A39-4CDC-88CE-3689E194D9EA}" srcOrd="0" destOrd="6" presId="urn:microsoft.com/office/officeart/2005/8/layout/default"/>
    <dgm:cxn modelId="{AC0A28B4-4470-461A-9D83-D95E276D5367}" srcId="{8372F37D-3456-4388-A6F6-FD797D93E4B2}" destId="{53D606F0-7AC7-449A-9D88-A7A39805C2DC}" srcOrd="0" destOrd="0" parTransId="{B0B586C9-15BA-4016-B2BA-DF5577BB9EEA}" sibTransId="{AAE29CEF-B3DF-4B5C-B4AC-C094D84660B1}"/>
    <dgm:cxn modelId="{6A9F54B7-876C-492F-BE6F-DB0FE87EAD89}" type="presOf" srcId="{AC5698C7-7AAA-40B2-91EF-9E0C24357190}" destId="{05CF3D21-3A39-4CDC-88CE-3689E194D9EA}" srcOrd="0" destOrd="2" presId="urn:microsoft.com/office/officeart/2005/8/layout/default"/>
    <dgm:cxn modelId="{00C8FEBB-BFCA-479F-9416-843AB69E8CB0}" srcId="{8372F37D-3456-4388-A6F6-FD797D93E4B2}" destId="{F85B2A5A-184C-4BAA-8AD1-690902A11E43}" srcOrd="2" destOrd="0" parTransId="{C4483735-E775-4FD7-8B77-24DDF5C7C462}" sibTransId="{D088CB68-D8A1-4269-BAE9-2DA9DD05BE83}"/>
    <dgm:cxn modelId="{2F310ECB-E441-434C-A86E-FB8188E25779}" type="presOf" srcId="{7ABD9BD5-A456-4665-A8BB-3D9711BC9AC8}" destId="{702B7362-1AA6-4454-9B00-00DEC551C5A7}" srcOrd="0" destOrd="0" presId="urn:microsoft.com/office/officeart/2005/8/layout/default"/>
    <dgm:cxn modelId="{3286BFD4-A86E-40C6-8C7F-E2BAF8E80B23}" type="presOf" srcId="{127619CB-90CF-4B0E-B251-B1FA97AB7742}" destId="{865F572E-A6E4-4EA3-AAC2-2BD943A4F6C5}" srcOrd="0" destOrd="0" presId="urn:microsoft.com/office/officeart/2005/8/layout/default"/>
    <dgm:cxn modelId="{D5C092EB-6202-4997-AB2E-678CA46AB77A}" srcId="{127619CB-90CF-4B0E-B251-B1FA97AB7742}" destId="{F821AC00-402E-4375-AEC1-FB108C6B2C8F}" srcOrd="3" destOrd="0" parTransId="{7B8B1C1F-3CD0-4FD4-A3B1-09BED059ED8F}" sibTransId="{BA41575C-FC3A-4EE4-87FB-778465361700}"/>
    <dgm:cxn modelId="{C130E6F4-E882-47A1-9E93-4B0C943BBAAC}" type="presOf" srcId="{FBD2B032-3F44-478F-840C-93C1BF3405DA}" destId="{865F572E-A6E4-4EA3-AAC2-2BD943A4F6C5}" srcOrd="0" destOrd="2" presId="urn:microsoft.com/office/officeart/2005/8/layout/default"/>
    <dgm:cxn modelId="{E415B3F7-D31E-418A-ACD2-581705A4F723}" type="presOf" srcId="{8372F37D-3456-4388-A6F6-FD797D93E4B2}" destId="{05CF3D21-3A39-4CDC-88CE-3689E194D9EA}" srcOrd="0" destOrd="0" presId="urn:microsoft.com/office/officeart/2005/8/layout/default"/>
    <dgm:cxn modelId="{DE64C81B-947A-43FC-80F4-B794338D389E}" type="presParOf" srcId="{63E6E33C-0038-40D5-A47C-F2CE5C8DA904}" destId="{702B7362-1AA6-4454-9B00-00DEC551C5A7}" srcOrd="0" destOrd="0" presId="urn:microsoft.com/office/officeart/2005/8/layout/default"/>
    <dgm:cxn modelId="{C14AF123-B3E5-411C-BE2A-75EE10F2D86E}" type="presParOf" srcId="{63E6E33C-0038-40D5-A47C-F2CE5C8DA904}" destId="{F4324B33-FF3D-4ED5-B82C-E6E5BC3FB4FD}" srcOrd="1" destOrd="0" presId="urn:microsoft.com/office/officeart/2005/8/layout/default"/>
    <dgm:cxn modelId="{DD345DA5-2096-4D03-983D-D3ACFB0CD576}" type="presParOf" srcId="{63E6E33C-0038-40D5-A47C-F2CE5C8DA904}" destId="{05CF3D21-3A39-4CDC-88CE-3689E194D9EA}" srcOrd="2" destOrd="0" presId="urn:microsoft.com/office/officeart/2005/8/layout/default"/>
    <dgm:cxn modelId="{FEDC6767-6428-4A8F-B8ED-F7B78A7ED9E3}" type="presParOf" srcId="{63E6E33C-0038-40D5-A47C-F2CE5C8DA904}" destId="{9D3C5060-2DE0-403B-8503-1BE0B28EC38C}" srcOrd="3" destOrd="0" presId="urn:microsoft.com/office/officeart/2005/8/layout/default"/>
    <dgm:cxn modelId="{E09AD177-6A8C-4204-A175-F790EA935429}" type="presParOf" srcId="{63E6E33C-0038-40D5-A47C-F2CE5C8DA904}" destId="{865F572E-A6E4-4EA3-AAC2-2BD943A4F6C5}"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BB5C0C-9B1D-482D-BDC0-078FE9ECE4F3}">
      <dsp:nvSpPr>
        <dsp:cNvPr id="0" name=""/>
        <dsp:cNvSpPr/>
      </dsp:nvSpPr>
      <dsp:spPr>
        <a:xfrm>
          <a:off x="0" y="0"/>
          <a:ext cx="10940995" cy="9073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55E16A-3FD1-459B-AEA4-332B6BE72882}">
      <dsp:nvSpPr>
        <dsp:cNvPr id="0" name=""/>
        <dsp:cNvSpPr/>
      </dsp:nvSpPr>
      <dsp:spPr>
        <a:xfrm>
          <a:off x="171821" y="298346"/>
          <a:ext cx="312403" cy="31240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C4863A-76EF-4897-9ABD-031AE44ED911}">
      <dsp:nvSpPr>
        <dsp:cNvPr id="0" name=""/>
        <dsp:cNvSpPr/>
      </dsp:nvSpPr>
      <dsp:spPr>
        <a:xfrm>
          <a:off x="637226" y="147750"/>
          <a:ext cx="10284947" cy="568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114" tIns="60114" rIns="60114" bIns="60114" numCol="1" spcCol="1270" anchor="ctr" anchorCtr="0">
          <a:noAutofit/>
        </a:bodyPr>
        <a:lstStyle/>
        <a:p>
          <a:pPr marL="0" lvl="0" indent="0" algn="l" defTabSz="711200">
            <a:lnSpc>
              <a:spcPct val="90000"/>
            </a:lnSpc>
            <a:spcBef>
              <a:spcPct val="0"/>
            </a:spcBef>
            <a:spcAft>
              <a:spcPct val="35000"/>
            </a:spcAft>
            <a:buNone/>
          </a:pPr>
          <a:r>
            <a:rPr lang="en-US" sz="1600" b="0" i="0" kern="1200" dirty="0"/>
            <a:t>Previous research has examined HSPs in thermophiles and has performed analyses of GC content and codon usage bias at the genome-wide level rather than on specific genes like HSPs (Singer et al., 2003; Khan et al., 2018)</a:t>
          </a:r>
          <a:endParaRPr lang="en-US" sz="1600" kern="1200" dirty="0"/>
        </a:p>
      </dsp:txBody>
      <dsp:txXfrm>
        <a:off x="637226" y="147750"/>
        <a:ext cx="10284947" cy="568006"/>
      </dsp:txXfrm>
    </dsp:sp>
    <dsp:sp modelId="{FDEA5B94-A61B-4982-B744-C9BC0F066074}">
      <dsp:nvSpPr>
        <dsp:cNvPr id="0" name=""/>
        <dsp:cNvSpPr/>
      </dsp:nvSpPr>
      <dsp:spPr>
        <a:xfrm>
          <a:off x="0" y="1050242"/>
          <a:ext cx="10940995" cy="8494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DD594D-0C5A-4E3B-B10B-C8E54123B6EC}">
      <dsp:nvSpPr>
        <dsp:cNvPr id="0" name=""/>
        <dsp:cNvSpPr/>
      </dsp:nvSpPr>
      <dsp:spPr>
        <a:xfrm>
          <a:off x="171821" y="1318758"/>
          <a:ext cx="312403" cy="31240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FDD7B35-27BA-4993-8A1C-654ADF4F6DEA}">
      <dsp:nvSpPr>
        <dsp:cNvPr id="0" name=""/>
        <dsp:cNvSpPr/>
      </dsp:nvSpPr>
      <dsp:spPr>
        <a:xfrm>
          <a:off x="656047" y="1135372"/>
          <a:ext cx="10284947" cy="568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114" tIns="60114" rIns="60114" bIns="60114" numCol="1" spcCol="1270" anchor="ctr" anchorCtr="0">
          <a:noAutofit/>
        </a:bodyPr>
        <a:lstStyle/>
        <a:p>
          <a:pPr marL="0" lvl="0" indent="0" algn="l" defTabSz="711200">
            <a:lnSpc>
              <a:spcPct val="90000"/>
            </a:lnSpc>
            <a:spcBef>
              <a:spcPct val="0"/>
            </a:spcBef>
            <a:spcAft>
              <a:spcPct val="35000"/>
            </a:spcAft>
            <a:buNone/>
          </a:pPr>
          <a:r>
            <a:rPr lang="en-US" sz="1600" b="0" i="0" kern="1200"/>
            <a:t>Phylogenetic analyses have been performed within a domain but rarely cross-domain (Gupta et al., 1994, 1997)</a:t>
          </a:r>
          <a:endParaRPr lang="en-US" sz="1600" kern="1200"/>
        </a:p>
      </dsp:txBody>
      <dsp:txXfrm>
        <a:off x="656047" y="1135372"/>
        <a:ext cx="10284947" cy="568006"/>
      </dsp:txXfrm>
    </dsp:sp>
    <dsp:sp modelId="{23B56BD8-8242-4E23-8452-18B80BAA436E}">
      <dsp:nvSpPr>
        <dsp:cNvPr id="0" name=""/>
        <dsp:cNvSpPr/>
      </dsp:nvSpPr>
      <dsp:spPr>
        <a:xfrm>
          <a:off x="0" y="2041680"/>
          <a:ext cx="10940995" cy="82377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38434F-B58D-4F76-9D73-32AD58392911}">
      <dsp:nvSpPr>
        <dsp:cNvPr id="0" name=""/>
        <dsp:cNvSpPr/>
      </dsp:nvSpPr>
      <dsp:spPr>
        <a:xfrm>
          <a:off x="171821" y="2297368"/>
          <a:ext cx="312403" cy="31240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59363F-60EE-4072-80C6-676112CC1D97}">
      <dsp:nvSpPr>
        <dsp:cNvPr id="0" name=""/>
        <dsp:cNvSpPr/>
      </dsp:nvSpPr>
      <dsp:spPr>
        <a:xfrm>
          <a:off x="656047" y="2172205"/>
          <a:ext cx="10284947" cy="598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114" tIns="60114" rIns="60114" bIns="60114" numCol="1" spcCol="1270" anchor="ctr" anchorCtr="0">
          <a:noAutofit/>
        </a:bodyPr>
        <a:lstStyle/>
        <a:p>
          <a:pPr marL="0" lvl="0" indent="0" algn="l" defTabSz="711200">
            <a:lnSpc>
              <a:spcPct val="90000"/>
            </a:lnSpc>
            <a:spcBef>
              <a:spcPct val="0"/>
            </a:spcBef>
            <a:spcAft>
              <a:spcPct val="35000"/>
            </a:spcAft>
            <a:buNone/>
          </a:pPr>
          <a:r>
            <a:rPr lang="en-US" sz="1600" kern="1200" dirty="0"/>
            <a:t>Project geared towards h</a:t>
          </a:r>
          <a:r>
            <a:rPr lang="en-US" sz="1600" b="0" i="0" kern="1200" dirty="0"/>
            <a:t>elping to bridge the gap between the similar HSP proteins between domains and environmental category through comprehensive, direct comparison</a:t>
          </a:r>
          <a:endParaRPr lang="en-US" sz="1600" kern="1200" dirty="0"/>
        </a:p>
      </dsp:txBody>
      <dsp:txXfrm>
        <a:off x="656047" y="2172205"/>
        <a:ext cx="10284947" cy="598082"/>
      </dsp:txXfrm>
    </dsp:sp>
    <dsp:sp modelId="{FB52C366-0510-46DA-9114-3C04E6FA4769}">
      <dsp:nvSpPr>
        <dsp:cNvPr id="0" name=""/>
        <dsp:cNvSpPr/>
      </dsp:nvSpPr>
      <dsp:spPr>
        <a:xfrm>
          <a:off x="0" y="2919409"/>
          <a:ext cx="10940995" cy="58147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9C955D-4729-43F6-93FC-0CC386752B14}">
      <dsp:nvSpPr>
        <dsp:cNvPr id="0" name=""/>
        <dsp:cNvSpPr/>
      </dsp:nvSpPr>
      <dsp:spPr>
        <a:xfrm>
          <a:off x="134221" y="3054314"/>
          <a:ext cx="312403" cy="31240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44C3B4-5BD9-42BB-85E4-D2C61E00DD3A}">
      <dsp:nvSpPr>
        <dsp:cNvPr id="0" name=""/>
        <dsp:cNvSpPr/>
      </dsp:nvSpPr>
      <dsp:spPr>
        <a:xfrm>
          <a:off x="628278" y="2887524"/>
          <a:ext cx="10284947" cy="568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114" tIns="60114" rIns="60114" bIns="60114" numCol="1" spcCol="1270" anchor="ctr" anchorCtr="0">
          <a:noAutofit/>
        </a:bodyPr>
        <a:lstStyle/>
        <a:p>
          <a:pPr marL="0" lvl="0" indent="0" algn="l" defTabSz="711200">
            <a:lnSpc>
              <a:spcPct val="90000"/>
            </a:lnSpc>
            <a:spcBef>
              <a:spcPct val="0"/>
            </a:spcBef>
            <a:spcAft>
              <a:spcPct val="35000"/>
            </a:spcAft>
            <a:buNone/>
          </a:pPr>
          <a:r>
            <a:rPr lang="en-US" sz="1600" b="1" kern="1200" dirty="0"/>
            <a:t>Goal: I</a:t>
          </a:r>
          <a:r>
            <a:rPr lang="en-US" sz="1600" b="1" i="0" kern="1200" dirty="0"/>
            <a:t>nvestigate the possible adaptation and divergence of heat shock proteins between thermophilic prokaryotes and mesophilic eukaryotes</a:t>
          </a:r>
          <a:endParaRPr lang="en-US" sz="1600" b="1" kern="1200" dirty="0"/>
        </a:p>
      </dsp:txBody>
      <dsp:txXfrm>
        <a:off x="628278" y="2887524"/>
        <a:ext cx="10284947" cy="568006"/>
      </dsp:txXfrm>
    </dsp:sp>
    <dsp:sp modelId="{115D8A8C-EC30-4EC6-85EB-2C43DC4A264C}">
      <dsp:nvSpPr>
        <dsp:cNvPr id="0" name=""/>
        <dsp:cNvSpPr/>
      </dsp:nvSpPr>
      <dsp:spPr>
        <a:xfrm>
          <a:off x="0" y="3730937"/>
          <a:ext cx="10940995" cy="5680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359CB3-30EF-4AAB-8ACD-7AEFDB06C775}">
      <dsp:nvSpPr>
        <dsp:cNvPr id="0" name=""/>
        <dsp:cNvSpPr/>
      </dsp:nvSpPr>
      <dsp:spPr>
        <a:xfrm>
          <a:off x="171821" y="3858739"/>
          <a:ext cx="312403" cy="312403"/>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19CA435-D923-467C-89B8-DD9900C42A41}">
      <dsp:nvSpPr>
        <dsp:cNvPr id="0" name=""/>
        <dsp:cNvSpPr/>
      </dsp:nvSpPr>
      <dsp:spPr>
        <a:xfrm>
          <a:off x="656047" y="3730937"/>
          <a:ext cx="10284947" cy="568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114" tIns="60114" rIns="60114" bIns="60114" numCol="1" spcCol="1270" anchor="ctr" anchorCtr="0">
          <a:noAutofit/>
        </a:bodyPr>
        <a:lstStyle/>
        <a:p>
          <a:pPr marL="0" lvl="0" indent="0" algn="l" defTabSz="711200">
            <a:lnSpc>
              <a:spcPct val="90000"/>
            </a:lnSpc>
            <a:spcBef>
              <a:spcPct val="0"/>
            </a:spcBef>
            <a:spcAft>
              <a:spcPct val="35000"/>
            </a:spcAft>
            <a:buNone/>
          </a:pPr>
          <a:r>
            <a:rPr lang="en-US" sz="1600" b="0" i="0" kern="1200" dirty="0"/>
            <a:t>Provide insight into the mechanisms and evolutionary pressures that enable prokaryotic HSPs to withstand more heat, while eukaryotic HSPs contribute to negative pathological outcomes</a:t>
          </a:r>
          <a:endParaRPr lang="en-US" sz="1600" b="0" kern="1200" dirty="0"/>
        </a:p>
      </dsp:txBody>
      <dsp:txXfrm>
        <a:off x="656047" y="3730937"/>
        <a:ext cx="10284947" cy="568006"/>
      </dsp:txXfrm>
    </dsp:sp>
    <dsp:sp modelId="{B21C457F-57F0-43A4-894E-C9843C3EBDCC}">
      <dsp:nvSpPr>
        <dsp:cNvPr id="0" name=""/>
        <dsp:cNvSpPr/>
      </dsp:nvSpPr>
      <dsp:spPr>
        <a:xfrm>
          <a:off x="0" y="4440945"/>
          <a:ext cx="10940995" cy="5680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8562CF-C897-4B85-BA6A-790AA6DED617}">
      <dsp:nvSpPr>
        <dsp:cNvPr id="0" name=""/>
        <dsp:cNvSpPr/>
      </dsp:nvSpPr>
      <dsp:spPr>
        <a:xfrm>
          <a:off x="171821" y="4568747"/>
          <a:ext cx="312403" cy="31240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E358DE-C7C9-4EC7-9DB6-AAE72CC333B3}">
      <dsp:nvSpPr>
        <dsp:cNvPr id="0" name=""/>
        <dsp:cNvSpPr/>
      </dsp:nvSpPr>
      <dsp:spPr>
        <a:xfrm>
          <a:off x="656047" y="4440945"/>
          <a:ext cx="10284947" cy="568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114" tIns="60114" rIns="60114" bIns="60114" numCol="1" spcCol="1270" anchor="ctr" anchorCtr="0">
          <a:noAutofit/>
        </a:bodyPr>
        <a:lstStyle/>
        <a:p>
          <a:pPr marL="0" lvl="0" indent="0" algn="l" defTabSz="711200">
            <a:lnSpc>
              <a:spcPct val="90000"/>
            </a:lnSpc>
            <a:spcBef>
              <a:spcPct val="0"/>
            </a:spcBef>
            <a:spcAft>
              <a:spcPct val="35000"/>
            </a:spcAft>
            <a:buNone/>
          </a:pPr>
          <a:r>
            <a:rPr lang="en-US" sz="1600" kern="1200"/>
            <a:t>Implement a variety of techniques learned in class integrated with RStudio</a:t>
          </a:r>
        </a:p>
      </dsp:txBody>
      <dsp:txXfrm>
        <a:off x="656047" y="4440945"/>
        <a:ext cx="10284947" cy="5680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15BDB8-AF07-4FE4-B5F6-A0894793BE9D}">
      <dsp:nvSpPr>
        <dsp:cNvPr id="0" name=""/>
        <dsp:cNvSpPr/>
      </dsp:nvSpPr>
      <dsp:spPr>
        <a:xfrm>
          <a:off x="0" y="224092"/>
          <a:ext cx="2531290" cy="151877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Multiple Sequence Alignment - MUSCLE</a:t>
          </a:r>
        </a:p>
      </dsp:txBody>
      <dsp:txXfrm>
        <a:off x="0" y="224092"/>
        <a:ext cx="2531290" cy="1518774"/>
      </dsp:txXfrm>
    </dsp:sp>
    <dsp:sp modelId="{C6E4FE3F-398C-4FA8-8A26-30178BE8CC3C}">
      <dsp:nvSpPr>
        <dsp:cNvPr id="0" name=""/>
        <dsp:cNvSpPr/>
      </dsp:nvSpPr>
      <dsp:spPr>
        <a:xfrm>
          <a:off x="2787609" y="224092"/>
          <a:ext cx="2531290" cy="1518774"/>
        </a:xfrm>
        <a:prstGeom prst="rect">
          <a:avLst/>
        </a:prstGeom>
        <a:solidFill>
          <a:schemeClr val="accent2">
            <a:hueOff val="1010300"/>
            <a:satOff val="-3805"/>
            <a:lumOff val="319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Distance Matrix – Poisson</a:t>
          </a:r>
        </a:p>
      </dsp:txBody>
      <dsp:txXfrm>
        <a:off x="2787609" y="224092"/>
        <a:ext cx="2531290" cy="1518774"/>
      </dsp:txXfrm>
    </dsp:sp>
    <dsp:sp modelId="{EC907581-371B-4FF7-8164-70CBF67CFE21}">
      <dsp:nvSpPr>
        <dsp:cNvPr id="0" name=""/>
        <dsp:cNvSpPr/>
      </dsp:nvSpPr>
      <dsp:spPr>
        <a:xfrm>
          <a:off x="5572029" y="224092"/>
          <a:ext cx="2531290" cy="1518774"/>
        </a:xfrm>
        <a:prstGeom prst="rect">
          <a:avLst/>
        </a:prstGeom>
        <a:solidFill>
          <a:schemeClr val="accent2">
            <a:hueOff val="2020599"/>
            <a:satOff val="-7611"/>
            <a:lumOff val="638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Principal Component Analysis</a:t>
          </a:r>
        </a:p>
      </dsp:txBody>
      <dsp:txXfrm>
        <a:off x="5572029" y="224092"/>
        <a:ext cx="2531290" cy="1518774"/>
      </dsp:txXfrm>
    </dsp:sp>
    <dsp:sp modelId="{9B56BEFF-A835-498E-9383-84A0AAEBA607}">
      <dsp:nvSpPr>
        <dsp:cNvPr id="0" name=""/>
        <dsp:cNvSpPr/>
      </dsp:nvSpPr>
      <dsp:spPr>
        <a:xfrm>
          <a:off x="8356448" y="224092"/>
          <a:ext cx="2531290" cy="1518774"/>
        </a:xfrm>
        <a:prstGeom prst="rect">
          <a:avLst/>
        </a:prstGeom>
        <a:solidFill>
          <a:schemeClr val="accent2">
            <a:hueOff val="3030899"/>
            <a:satOff val="-11416"/>
            <a:lumOff val="958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Phylogenetic Tree – UPGMA</a:t>
          </a:r>
        </a:p>
      </dsp:txBody>
      <dsp:txXfrm>
        <a:off x="8356448" y="224092"/>
        <a:ext cx="2531290" cy="1518774"/>
      </dsp:txXfrm>
    </dsp:sp>
    <dsp:sp modelId="{8C0095A4-4038-4E44-A07C-26243AC3C107}">
      <dsp:nvSpPr>
        <dsp:cNvPr id="0" name=""/>
        <dsp:cNvSpPr/>
      </dsp:nvSpPr>
      <dsp:spPr>
        <a:xfrm>
          <a:off x="3190" y="1995996"/>
          <a:ext cx="2531290" cy="1518774"/>
        </a:xfrm>
        <a:prstGeom prst="rect">
          <a:avLst/>
        </a:prstGeom>
        <a:solidFill>
          <a:schemeClr val="accent2">
            <a:hueOff val="4041199"/>
            <a:satOff val="-15222"/>
            <a:lumOff val="127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Bootstrapping</a:t>
          </a:r>
        </a:p>
      </dsp:txBody>
      <dsp:txXfrm>
        <a:off x="3190" y="1995996"/>
        <a:ext cx="2531290" cy="1518774"/>
      </dsp:txXfrm>
    </dsp:sp>
    <dsp:sp modelId="{89E32F47-3176-4ACC-8333-2A1A1BBFDBFB}">
      <dsp:nvSpPr>
        <dsp:cNvPr id="0" name=""/>
        <dsp:cNvSpPr/>
      </dsp:nvSpPr>
      <dsp:spPr>
        <a:xfrm>
          <a:off x="2787609" y="1995996"/>
          <a:ext cx="2531290" cy="1518774"/>
        </a:xfrm>
        <a:prstGeom prst="rect">
          <a:avLst/>
        </a:prstGeom>
        <a:solidFill>
          <a:schemeClr val="accent2">
            <a:hueOff val="5051498"/>
            <a:satOff val="-19027"/>
            <a:lumOff val="1596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GC Content Analysis</a:t>
          </a:r>
        </a:p>
      </dsp:txBody>
      <dsp:txXfrm>
        <a:off x="2787609" y="1995996"/>
        <a:ext cx="2531290" cy="1518774"/>
      </dsp:txXfrm>
    </dsp:sp>
    <dsp:sp modelId="{69FF0DD7-F6DC-49CE-A4BC-CE37A4DB3BA4}">
      <dsp:nvSpPr>
        <dsp:cNvPr id="0" name=""/>
        <dsp:cNvSpPr/>
      </dsp:nvSpPr>
      <dsp:spPr>
        <a:xfrm>
          <a:off x="5572029" y="1995996"/>
          <a:ext cx="2531290" cy="1518774"/>
        </a:xfrm>
        <a:prstGeom prst="rect">
          <a:avLst/>
        </a:prstGeom>
        <a:solidFill>
          <a:schemeClr val="accent2">
            <a:hueOff val="6061798"/>
            <a:satOff val="-22833"/>
            <a:lumOff val="1916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T-Tests</a:t>
          </a:r>
        </a:p>
      </dsp:txBody>
      <dsp:txXfrm>
        <a:off x="5572029" y="1995996"/>
        <a:ext cx="2531290" cy="1518774"/>
      </dsp:txXfrm>
    </dsp:sp>
    <dsp:sp modelId="{6814FCD8-90A9-4983-BEF9-2B9D5C43C2D0}">
      <dsp:nvSpPr>
        <dsp:cNvPr id="0" name=""/>
        <dsp:cNvSpPr/>
      </dsp:nvSpPr>
      <dsp:spPr>
        <a:xfrm>
          <a:off x="8356448" y="1995996"/>
          <a:ext cx="2531290" cy="1518774"/>
        </a:xfrm>
        <a:prstGeom prst="rect">
          <a:avLst/>
        </a:prstGeom>
        <a:solidFill>
          <a:schemeClr val="accent2">
            <a:hueOff val="7072097"/>
            <a:satOff val="-26638"/>
            <a:lumOff val="2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Codon Usage Bias – Relative Synonymous Codon Usage</a:t>
          </a:r>
        </a:p>
      </dsp:txBody>
      <dsp:txXfrm>
        <a:off x="8356448" y="1995996"/>
        <a:ext cx="2531290" cy="15187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2B7362-1AA6-4454-9B00-00DEC551C5A7}">
      <dsp:nvSpPr>
        <dsp:cNvPr id="0" name=""/>
        <dsp:cNvSpPr/>
      </dsp:nvSpPr>
      <dsp:spPr>
        <a:xfrm>
          <a:off x="0" y="848406"/>
          <a:ext cx="3403415" cy="204204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Improvements:</a:t>
          </a:r>
        </a:p>
        <a:p>
          <a:pPr marL="114300" lvl="1" indent="-114300" algn="l" defTabSz="577850">
            <a:lnSpc>
              <a:spcPct val="90000"/>
            </a:lnSpc>
            <a:spcBef>
              <a:spcPct val="0"/>
            </a:spcBef>
            <a:spcAft>
              <a:spcPct val="15000"/>
            </a:spcAft>
            <a:buChar char="•"/>
          </a:pPr>
          <a:r>
            <a:rPr lang="en-US" sz="1300" kern="1200" dirty="0"/>
            <a:t>Statistically significant sample sizes</a:t>
          </a:r>
        </a:p>
        <a:p>
          <a:pPr marL="114300" lvl="1" indent="-114300" algn="l" defTabSz="577850">
            <a:lnSpc>
              <a:spcPct val="90000"/>
            </a:lnSpc>
            <a:spcBef>
              <a:spcPct val="0"/>
            </a:spcBef>
            <a:spcAft>
              <a:spcPct val="15000"/>
            </a:spcAft>
            <a:buChar char="•"/>
          </a:pPr>
          <a:r>
            <a:rPr lang="en-US" sz="1300" kern="1200" dirty="0"/>
            <a:t>Run reciprocal PSI-BLAST to ensure meaningful sequence selection</a:t>
          </a:r>
        </a:p>
      </dsp:txBody>
      <dsp:txXfrm>
        <a:off x="0" y="848406"/>
        <a:ext cx="3403415" cy="2042049"/>
      </dsp:txXfrm>
    </dsp:sp>
    <dsp:sp modelId="{05CF3D21-3A39-4CDC-88CE-3689E194D9EA}">
      <dsp:nvSpPr>
        <dsp:cNvPr id="0" name=""/>
        <dsp:cNvSpPr/>
      </dsp:nvSpPr>
      <dsp:spPr>
        <a:xfrm>
          <a:off x="3743756" y="848406"/>
          <a:ext cx="3403415" cy="204204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Different Analyses:</a:t>
          </a:r>
        </a:p>
        <a:p>
          <a:pPr marL="114300" lvl="1" indent="-114300" algn="l" defTabSz="577850">
            <a:lnSpc>
              <a:spcPct val="90000"/>
            </a:lnSpc>
            <a:spcBef>
              <a:spcPct val="0"/>
            </a:spcBef>
            <a:spcAft>
              <a:spcPct val="15000"/>
            </a:spcAft>
            <a:buChar char="•"/>
          </a:pPr>
          <a:r>
            <a:rPr lang="en-US" sz="1300" kern="1200" dirty="0"/>
            <a:t>Entropy analysis</a:t>
          </a:r>
        </a:p>
        <a:p>
          <a:pPr marL="114300" lvl="1" indent="-114300" algn="l" defTabSz="577850">
            <a:lnSpc>
              <a:spcPct val="90000"/>
            </a:lnSpc>
            <a:spcBef>
              <a:spcPct val="0"/>
            </a:spcBef>
            <a:spcAft>
              <a:spcPct val="15000"/>
            </a:spcAft>
            <a:buChar char="•"/>
          </a:pPr>
          <a:r>
            <a:rPr lang="en-US" sz="1300" kern="1200" dirty="0"/>
            <a:t>Motif analysis</a:t>
          </a:r>
        </a:p>
        <a:p>
          <a:pPr marL="114300" lvl="1" indent="-114300" algn="l" defTabSz="577850">
            <a:lnSpc>
              <a:spcPct val="90000"/>
            </a:lnSpc>
            <a:spcBef>
              <a:spcPct val="0"/>
            </a:spcBef>
            <a:spcAft>
              <a:spcPct val="15000"/>
            </a:spcAft>
            <a:buChar char="•"/>
          </a:pPr>
          <a:r>
            <a:rPr lang="en-US" sz="1300" kern="1200"/>
            <a:t>Protein-folding</a:t>
          </a:r>
          <a:endParaRPr lang="en-US" sz="1300" kern="1200" dirty="0"/>
        </a:p>
        <a:p>
          <a:pPr marL="114300" lvl="1" indent="-114300" algn="l" defTabSz="577850">
            <a:lnSpc>
              <a:spcPct val="90000"/>
            </a:lnSpc>
            <a:spcBef>
              <a:spcPct val="0"/>
            </a:spcBef>
            <a:spcAft>
              <a:spcPct val="15000"/>
            </a:spcAft>
            <a:buChar char="•"/>
          </a:pPr>
          <a:r>
            <a:rPr lang="en-US" sz="1300" kern="1200" dirty="0"/>
            <a:t>Apply machine learning</a:t>
          </a:r>
        </a:p>
        <a:p>
          <a:pPr marL="114300" lvl="1" indent="-114300" algn="l" defTabSz="577850">
            <a:lnSpc>
              <a:spcPct val="90000"/>
            </a:lnSpc>
            <a:spcBef>
              <a:spcPct val="0"/>
            </a:spcBef>
            <a:spcAft>
              <a:spcPct val="15000"/>
            </a:spcAft>
            <a:buChar char="•"/>
          </a:pPr>
          <a:r>
            <a:rPr lang="en-US" sz="1300" kern="1200" dirty="0"/>
            <a:t>Techniques to decrease impact of domain</a:t>
          </a:r>
        </a:p>
        <a:p>
          <a:pPr marL="114300" lvl="1" indent="-114300" algn="l" defTabSz="577850">
            <a:lnSpc>
              <a:spcPct val="90000"/>
            </a:lnSpc>
            <a:spcBef>
              <a:spcPct val="0"/>
            </a:spcBef>
            <a:spcAft>
              <a:spcPct val="15000"/>
            </a:spcAft>
            <a:buChar char="•"/>
          </a:pPr>
          <a:r>
            <a:rPr lang="en-US" sz="1300" kern="1200" dirty="0"/>
            <a:t>Profile HMM at termini, domain, or core level</a:t>
          </a:r>
        </a:p>
      </dsp:txBody>
      <dsp:txXfrm>
        <a:off x="3743756" y="848406"/>
        <a:ext cx="3403415" cy="2042049"/>
      </dsp:txXfrm>
    </dsp:sp>
    <dsp:sp modelId="{865F572E-A6E4-4EA3-AAC2-2BD943A4F6C5}">
      <dsp:nvSpPr>
        <dsp:cNvPr id="0" name=""/>
        <dsp:cNvSpPr/>
      </dsp:nvSpPr>
      <dsp:spPr>
        <a:xfrm>
          <a:off x="7487513" y="848406"/>
          <a:ext cx="3403415" cy="204204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Focus:</a:t>
          </a:r>
        </a:p>
        <a:p>
          <a:pPr marL="114300" lvl="1" indent="-114300" algn="l" defTabSz="577850">
            <a:lnSpc>
              <a:spcPct val="90000"/>
            </a:lnSpc>
            <a:spcBef>
              <a:spcPct val="0"/>
            </a:spcBef>
            <a:spcAft>
              <a:spcPct val="15000"/>
            </a:spcAft>
            <a:buChar char="•"/>
          </a:pPr>
          <a:r>
            <a:rPr lang="en-US" sz="1300" kern="1200" dirty="0"/>
            <a:t>Specific classes</a:t>
          </a:r>
        </a:p>
        <a:p>
          <a:pPr marL="114300" lvl="1" indent="-114300" algn="l" defTabSz="577850">
            <a:lnSpc>
              <a:spcPct val="90000"/>
            </a:lnSpc>
            <a:spcBef>
              <a:spcPct val="0"/>
            </a:spcBef>
            <a:spcAft>
              <a:spcPct val="15000"/>
            </a:spcAft>
            <a:buChar char="•"/>
          </a:pPr>
          <a:r>
            <a:rPr lang="en-US" sz="1300" kern="1200" dirty="0"/>
            <a:t>Extend to Animals</a:t>
          </a:r>
        </a:p>
        <a:p>
          <a:pPr marL="114300" lvl="1" indent="-114300" algn="l" defTabSz="577850">
            <a:lnSpc>
              <a:spcPct val="90000"/>
            </a:lnSpc>
            <a:spcBef>
              <a:spcPct val="0"/>
            </a:spcBef>
            <a:spcAft>
              <a:spcPct val="15000"/>
            </a:spcAft>
            <a:buChar char="•"/>
          </a:pPr>
          <a:r>
            <a:rPr lang="en-US" sz="1300" kern="1200" dirty="0"/>
            <a:t>Analyze the termini</a:t>
          </a:r>
        </a:p>
        <a:p>
          <a:pPr marL="114300" lvl="1" indent="-114300" algn="l" defTabSz="577850">
            <a:lnSpc>
              <a:spcPct val="90000"/>
            </a:lnSpc>
            <a:spcBef>
              <a:spcPct val="0"/>
            </a:spcBef>
            <a:spcAft>
              <a:spcPct val="15000"/>
            </a:spcAft>
            <a:buChar char="•"/>
          </a:pPr>
          <a:r>
            <a:rPr lang="en-US" sz="1300" kern="1200" dirty="0"/>
            <a:t>Remove termini and focus on core</a:t>
          </a:r>
        </a:p>
      </dsp:txBody>
      <dsp:txXfrm>
        <a:off x="7487513" y="848406"/>
        <a:ext cx="3403415" cy="204204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5/1/2025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66224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5/1/2025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8199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5/1/2025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2298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5/1/2025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952261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5/1/2025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32762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5/1/2025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63980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5/1/2025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96076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5/1/2025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395526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5/1/2025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89617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5/1/2025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69344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5/1/2025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5606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5/1/2025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573925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0C_7F7CB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microsoft.com/office/2018/10/relationships/comments" Target="../comments/modernComment_111_A75EE51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8" Type="http://schemas.openxmlformats.org/officeDocument/2006/relationships/hyperlink" Target="https://www.megasoftware.net/mega1_manual/BasicStats.html" TargetMode="External"/><Relationship Id="rId13" Type="http://schemas.openxmlformats.org/officeDocument/2006/relationships/hyperlink" Target="https://doi.org/10.1016/j.micres.2022.127115" TargetMode="External"/><Relationship Id="rId3" Type="http://schemas.openxmlformats.org/officeDocument/2006/relationships/hyperlink" Target="https://doi.org/10.1016/s0960-9822(00)00249-9" TargetMode="External"/><Relationship Id="rId7" Type="http://schemas.openxmlformats.org/officeDocument/2006/relationships/hyperlink" Target="https://doi.org/10.1038/s41598-018-33476-x" TargetMode="External"/><Relationship Id="rId12" Type="http://schemas.openxmlformats.org/officeDocument/2006/relationships/hyperlink" Target="https://doi.org/10.1016/s0378-1119(03)00660-7" TargetMode="External"/><Relationship Id="rId2" Type="http://schemas.openxmlformats.org/officeDocument/2006/relationships/hyperlink" Target="https://togodb.org/db/thermobase" TargetMode="External"/><Relationship Id="rId1" Type="http://schemas.openxmlformats.org/officeDocument/2006/relationships/slideLayout" Target="../slideLayouts/slideLayout2.xml"/><Relationship Id="rId6" Type="http://schemas.openxmlformats.org/officeDocument/2006/relationships/hyperlink" Target="https://doi.org/10.1098/rspb.2000.1397" TargetMode="External"/><Relationship Id="rId11" Type="http://schemas.openxmlformats.org/officeDocument/2006/relationships/hyperlink" Target="https://doi.org/10.3390/life3030482" TargetMode="External"/><Relationship Id="rId5" Type="http://schemas.openxmlformats.org/officeDocument/2006/relationships/hyperlink" Target="https://doi.org/10.1002/mco2.161" TargetMode="External"/><Relationship Id="rId15" Type="http://schemas.openxmlformats.org/officeDocument/2006/relationships/hyperlink" Target="https://github.com/mt1022/cubar" TargetMode="External"/><Relationship Id="rId10" Type="http://schemas.openxmlformats.org/officeDocument/2006/relationships/hyperlink" Target="https://doi.org/10.1007/s11033-021-06749-4" TargetMode="External"/><Relationship Id="rId4" Type="http://schemas.openxmlformats.org/officeDocument/2006/relationships/hyperlink" Target="https://doi.org/10.1093/gbe/evae160" TargetMode="External"/><Relationship Id="rId9" Type="http://schemas.openxmlformats.org/officeDocument/2006/relationships/hyperlink" Target="https://bioconductor.org/packages/Biostrings" TargetMode="External"/><Relationship Id="rId14" Type="http://schemas.openxmlformats.org/officeDocument/2006/relationships/hyperlink" Target="https://doi.org/10.1128/jb.176.19.6148-6152.1994"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hyperlink" Target="https://www.megasoftware.net/mega4/WebHelp/part_iv___evolutionary_analysis/computing_evolutionary_distances/distance_models/amino_acid_substitution_models/hc_poisson_correction_distance.htm" TargetMode="External"/><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lose up of cells">
            <a:extLst>
              <a:ext uri="{FF2B5EF4-FFF2-40B4-BE49-F238E27FC236}">
                <a16:creationId xmlns:a16="http://schemas.microsoft.com/office/drawing/2014/main" id="{F9418BE0-EF1E-674C-8AAD-9B08AE6A8EC4}"/>
              </a:ext>
            </a:extLst>
          </p:cNvPr>
          <p:cNvPicPr>
            <a:picLocks noChangeAspect="1"/>
          </p:cNvPicPr>
          <p:nvPr/>
        </p:nvPicPr>
        <p:blipFill>
          <a:blip r:embed="rId2"/>
          <a:srcRect/>
          <a:stretch/>
        </p:blipFill>
        <p:spPr>
          <a:xfrm>
            <a:off x="1" y="10"/>
            <a:ext cx="12192000" cy="6857990"/>
          </a:xfrm>
          <a:prstGeom prst="rect">
            <a:avLst/>
          </a:prstGeom>
        </p:spPr>
      </p:pic>
      <p:sp useBgFill="1">
        <p:nvSpPr>
          <p:cNvPr id="11" name="Rectangle 10">
            <a:extLst>
              <a:ext uri="{FF2B5EF4-FFF2-40B4-BE49-F238E27FC236}">
                <a16:creationId xmlns:a16="http://schemas.microsoft.com/office/drawing/2014/main" id="{D30DD7D3-2712-4491-B2C2-5FC23330C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3569" y="1066800"/>
            <a:ext cx="5128322" cy="47244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449CF1-CC12-3FDF-E2EE-907BE5F4C004}"/>
              </a:ext>
            </a:extLst>
          </p:cNvPr>
          <p:cNvSpPr>
            <a:spLocks noGrp="1"/>
          </p:cNvSpPr>
          <p:nvPr>
            <p:ph type="ctrTitle"/>
          </p:nvPr>
        </p:nvSpPr>
        <p:spPr>
          <a:xfrm>
            <a:off x="898737" y="1188104"/>
            <a:ext cx="4359744" cy="2738530"/>
          </a:xfrm>
        </p:spPr>
        <p:txBody>
          <a:bodyPr anchor="t">
            <a:normAutofit/>
          </a:bodyPr>
          <a:lstStyle/>
          <a:p>
            <a:pPr>
              <a:lnSpc>
                <a:spcPct val="90000"/>
              </a:lnSpc>
            </a:pPr>
            <a:r>
              <a:rPr lang="en-US" sz="3000" dirty="0"/>
              <a:t>Investigating Divergence and Adaptations Between Heat Shock Proteins of Thermophilic Prokaryotes and Mesophilic Eukaryotes</a:t>
            </a:r>
          </a:p>
        </p:txBody>
      </p:sp>
      <p:sp>
        <p:nvSpPr>
          <p:cNvPr id="3" name="Subtitle 2">
            <a:extLst>
              <a:ext uri="{FF2B5EF4-FFF2-40B4-BE49-F238E27FC236}">
                <a16:creationId xmlns:a16="http://schemas.microsoft.com/office/drawing/2014/main" id="{AAF55B60-B11C-57F0-8305-197CF3496471}"/>
              </a:ext>
            </a:extLst>
          </p:cNvPr>
          <p:cNvSpPr>
            <a:spLocks noGrp="1"/>
          </p:cNvSpPr>
          <p:nvPr>
            <p:ph type="subTitle" idx="1"/>
          </p:nvPr>
        </p:nvSpPr>
        <p:spPr>
          <a:xfrm>
            <a:off x="898737" y="4602556"/>
            <a:ext cx="4358208" cy="933760"/>
          </a:xfrm>
        </p:spPr>
        <p:txBody>
          <a:bodyPr>
            <a:noAutofit/>
          </a:bodyPr>
          <a:lstStyle/>
          <a:p>
            <a:pPr>
              <a:lnSpc>
                <a:spcPct val="100000"/>
              </a:lnSpc>
            </a:pPr>
            <a:r>
              <a:rPr lang="en-US" sz="1100" dirty="0"/>
              <a:t>Sophie Krajmalnik</a:t>
            </a:r>
          </a:p>
          <a:p>
            <a:pPr>
              <a:lnSpc>
                <a:spcPct val="100000"/>
              </a:lnSpc>
            </a:pPr>
            <a:r>
              <a:rPr lang="en-US" sz="1100" dirty="0"/>
              <a:t>University of North Texas</a:t>
            </a:r>
          </a:p>
          <a:p>
            <a:pPr>
              <a:lnSpc>
                <a:spcPct val="100000"/>
              </a:lnSpc>
            </a:pPr>
            <a:r>
              <a:rPr lang="en-US" sz="1100" dirty="0"/>
              <a:t>Spring 2025</a:t>
            </a:r>
          </a:p>
          <a:p>
            <a:pPr>
              <a:lnSpc>
                <a:spcPct val="100000"/>
              </a:lnSpc>
            </a:pPr>
            <a:r>
              <a:rPr lang="en-US" sz="1100" dirty="0"/>
              <a:t>BIOL4815 Bioinformatics</a:t>
            </a:r>
          </a:p>
          <a:p>
            <a:pPr>
              <a:lnSpc>
                <a:spcPct val="100000"/>
              </a:lnSpc>
            </a:pPr>
            <a:r>
              <a:rPr lang="en-US" sz="1100" dirty="0"/>
              <a:t>Dr. Rajeev Azad</a:t>
            </a:r>
          </a:p>
        </p:txBody>
      </p:sp>
      <p:cxnSp>
        <p:nvCxnSpPr>
          <p:cNvPr id="13" name="Straight Connector 12">
            <a:extLst>
              <a:ext uri="{FF2B5EF4-FFF2-40B4-BE49-F238E27FC236}">
                <a16:creationId xmlns:a16="http://schemas.microsoft.com/office/drawing/2014/main" id="{FFD0734C-004D-4938-8EA0-2C3867A11A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6937" y="5780876"/>
            <a:ext cx="5131168"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1096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F9C53F-8087-7AFB-B48A-822B10306BF9}"/>
              </a:ext>
            </a:extLst>
          </p:cNvPr>
          <p:cNvSpPr>
            <a:spLocks noGrp="1"/>
          </p:cNvSpPr>
          <p:nvPr>
            <p:ph type="title"/>
          </p:nvPr>
        </p:nvSpPr>
        <p:spPr>
          <a:xfrm>
            <a:off x="5029200" y="914400"/>
            <a:ext cx="6501810" cy="1097280"/>
          </a:xfrm>
        </p:spPr>
        <p:txBody>
          <a:bodyPr anchor="t">
            <a:normAutofit/>
          </a:bodyPr>
          <a:lstStyle/>
          <a:p>
            <a:r>
              <a:rPr lang="en-US" dirty="0"/>
              <a:t>Extremophiles &amp; HSPs</a:t>
            </a:r>
          </a:p>
        </p:txBody>
      </p:sp>
      <p:pic>
        <p:nvPicPr>
          <p:cNvPr id="5" name="Picture 4" descr="Glowing blue bubbles">
            <a:extLst>
              <a:ext uri="{FF2B5EF4-FFF2-40B4-BE49-F238E27FC236}">
                <a16:creationId xmlns:a16="http://schemas.microsoft.com/office/drawing/2014/main" id="{F7F80264-BF97-CDA9-50E0-FCE4A2B50453}"/>
              </a:ext>
            </a:extLst>
          </p:cNvPr>
          <p:cNvPicPr>
            <a:picLocks noChangeAspect="1"/>
          </p:cNvPicPr>
          <p:nvPr/>
        </p:nvPicPr>
        <p:blipFill>
          <a:blip r:embed="rId2"/>
          <a:srcRect l="39924" r="13671" b="-2"/>
          <a:stretch/>
        </p:blipFill>
        <p:spPr>
          <a:xfrm>
            <a:off x="20" y="914399"/>
            <a:ext cx="4416532" cy="5353523"/>
          </a:xfrm>
          <a:prstGeom prst="rect">
            <a:avLst/>
          </a:prstGeom>
        </p:spPr>
      </p:pic>
      <p:cxnSp>
        <p:nvCxnSpPr>
          <p:cNvPr id="11" name="Straight Connector 10">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10385DD-3CBE-9379-B9BD-EA5B3C5A1DF1}"/>
              </a:ext>
            </a:extLst>
          </p:cNvPr>
          <p:cNvSpPr>
            <a:spLocks noGrp="1"/>
          </p:cNvSpPr>
          <p:nvPr>
            <p:ph idx="1"/>
          </p:nvPr>
        </p:nvSpPr>
        <p:spPr>
          <a:xfrm>
            <a:off x="5029200" y="2176036"/>
            <a:ext cx="6501810" cy="4121885"/>
          </a:xfrm>
        </p:spPr>
        <p:txBody>
          <a:bodyPr>
            <a:normAutofit lnSpcReduction="10000"/>
          </a:bodyPr>
          <a:lstStyle/>
          <a:p>
            <a:pPr>
              <a:lnSpc>
                <a:spcPct val="110000"/>
              </a:lnSpc>
            </a:pPr>
            <a:r>
              <a:rPr lang="en-US" sz="1500" b="1" dirty="0"/>
              <a:t>Extremophiles:</a:t>
            </a:r>
          </a:p>
          <a:p>
            <a:pPr lvl="1">
              <a:lnSpc>
                <a:spcPct val="110000"/>
              </a:lnSpc>
            </a:pPr>
            <a:r>
              <a:rPr lang="en-US" sz="1400" dirty="0"/>
              <a:t>Capable of surviving extreme environmental conditions ex. temperature, pressure, salinity, pH, radiation, and more</a:t>
            </a:r>
          </a:p>
          <a:p>
            <a:pPr lvl="1">
              <a:lnSpc>
                <a:spcPct val="110000"/>
              </a:lnSpc>
            </a:pPr>
            <a:r>
              <a:rPr lang="en-US" sz="1400" dirty="0"/>
              <a:t>Structural, biochemical, and metabolic adaptations and strategies, due to selective pressures, provide these capabilities</a:t>
            </a:r>
          </a:p>
          <a:p>
            <a:pPr lvl="1">
              <a:lnSpc>
                <a:spcPct val="110000"/>
              </a:lnSpc>
            </a:pPr>
            <a:r>
              <a:rPr lang="en-US" sz="1400" dirty="0"/>
              <a:t>Important for adaptation and biodiversity, biochemical catalysts, bioremediation, survivability in outer space, and more</a:t>
            </a:r>
          </a:p>
          <a:p>
            <a:pPr lvl="1">
              <a:lnSpc>
                <a:spcPct val="110000"/>
              </a:lnSpc>
            </a:pPr>
            <a:r>
              <a:rPr lang="en-US" sz="1400" dirty="0"/>
              <a:t>Most extremophiles tend to be prokaryotes, due to their simplicity, ability for rapid evolution, and presence in early Earth conditions</a:t>
            </a:r>
          </a:p>
          <a:p>
            <a:pPr>
              <a:lnSpc>
                <a:spcPct val="110000"/>
              </a:lnSpc>
            </a:pPr>
            <a:r>
              <a:rPr lang="en-US" sz="1500" b="1" dirty="0"/>
              <a:t>Heat Shock Proteins:</a:t>
            </a:r>
          </a:p>
          <a:p>
            <a:pPr lvl="1">
              <a:lnSpc>
                <a:spcPct val="110000"/>
              </a:lnSpc>
            </a:pPr>
            <a:r>
              <a:rPr lang="en-US" sz="1400" dirty="0">
                <a:latin typeface="+mj-lt"/>
              </a:rPr>
              <a:t>H</a:t>
            </a:r>
            <a:r>
              <a:rPr lang="en-US" sz="1400" b="0" i="0" dirty="0">
                <a:effectLst/>
                <a:latin typeface="+mj-lt"/>
              </a:rPr>
              <a:t>elp an organism respond to environmental stresses, such as heat, changes in oxygen content, DNA damage, and can activate</a:t>
            </a:r>
            <a:br>
              <a:rPr lang="en-US" sz="1400" dirty="0">
                <a:latin typeface="+mj-lt"/>
              </a:rPr>
            </a:br>
            <a:r>
              <a:rPr lang="en-US" sz="1400" b="0" i="0" dirty="0">
                <a:effectLst/>
                <a:latin typeface="+mj-lt"/>
              </a:rPr>
              <a:t>apoptosis in stressful conditions (Hu et al., 2022)</a:t>
            </a:r>
          </a:p>
          <a:p>
            <a:pPr lvl="1">
              <a:lnSpc>
                <a:spcPct val="110000"/>
              </a:lnSpc>
            </a:pPr>
            <a:r>
              <a:rPr lang="en-US" sz="1400" dirty="0"/>
              <a:t>In thermophilic prokaryotes, HSP abundance is related to thermostability </a:t>
            </a:r>
            <a:r>
              <a:rPr lang="en-US" sz="1400" b="0" i="0" dirty="0">
                <a:effectLst/>
                <a:latin typeface="+mj-lt"/>
              </a:rPr>
              <a:t>(Trent et al., 1994)</a:t>
            </a:r>
            <a:r>
              <a:rPr lang="en-US" sz="1400" dirty="0">
                <a:latin typeface="+mj-lt"/>
              </a:rPr>
              <a:t>; </a:t>
            </a:r>
            <a:r>
              <a:rPr lang="en-US" sz="1400" dirty="0"/>
              <a:t>in mesophilic eukaryotes, HSP abundance leads to cancer, heart issues, and more systematic problems</a:t>
            </a:r>
          </a:p>
          <a:p>
            <a:pPr lvl="1">
              <a:lnSpc>
                <a:spcPct val="110000"/>
              </a:lnSpc>
            </a:pPr>
            <a:endParaRPr lang="en-US" sz="1500" dirty="0"/>
          </a:p>
          <a:p>
            <a:pPr lvl="1">
              <a:lnSpc>
                <a:spcPct val="110000"/>
              </a:lnSpc>
            </a:pPr>
            <a:endParaRPr lang="en-US" sz="1500" dirty="0"/>
          </a:p>
        </p:txBody>
      </p:sp>
    </p:spTree>
    <p:extLst>
      <p:ext uri="{BB962C8B-B14F-4D97-AF65-F5344CB8AC3E}">
        <p14:creationId xmlns:p14="http://schemas.microsoft.com/office/powerpoint/2010/main" val="2487985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A637580D-1176-4083-A9A1-BD8ED0899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9337D8-991E-0F65-0D02-0DBF04FE4731}"/>
              </a:ext>
            </a:extLst>
          </p:cNvPr>
          <p:cNvSpPr>
            <a:spLocks noGrp="1"/>
          </p:cNvSpPr>
          <p:nvPr>
            <p:ph type="title"/>
          </p:nvPr>
        </p:nvSpPr>
        <p:spPr>
          <a:xfrm>
            <a:off x="914399" y="274320"/>
            <a:ext cx="10360152" cy="1139911"/>
          </a:xfrm>
        </p:spPr>
        <p:txBody>
          <a:bodyPr>
            <a:normAutofit/>
          </a:bodyPr>
          <a:lstStyle/>
          <a:p>
            <a:r>
              <a:rPr lang="en-US" dirty="0"/>
              <a:t>Previous Research &amp; Current Investigation</a:t>
            </a:r>
          </a:p>
        </p:txBody>
      </p:sp>
      <p:cxnSp>
        <p:nvCxnSpPr>
          <p:cNvPr id="18" name="Straight Connector 17">
            <a:extLst>
              <a:ext uri="{FF2B5EF4-FFF2-40B4-BE49-F238E27FC236}">
                <a16:creationId xmlns:a16="http://schemas.microsoft.com/office/drawing/2014/main" id="{B9C96FDC-E4C2-7D8A-44BA-572E7CD9E8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1585" y="1027306"/>
            <a:ext cx="10208830"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F241E257-D01D-7ACA-F93D-FAA1362752D8}"/>
              </a:ext>
            </a:extLst>
          </p:cNvPr>
          <p:cNvGraphicFramePr>
            <a:graphicFrameLocks noGrp="1"/>
          </p:cNvGraphicFramePr>
          <p:nvPr>
            <p:ph idx="1"/>
            <p:extLst>
              <p:ext uri="{D42A27DB-BD31-4B8C-83A1-F6EECF244321}">
                <p14:modId xmlns:p14="http://schemas.microsoft.com/office/powerpoint/2010/main" val="3020541447"/>
              </p:ext>
            </p:extLst>
          </p:nvPr>
        </p:nvGraphicFramePr>
        <p:xfrm>
          <a:off x="623977" y="1256796"/>
          <a:ext cx="10940995" cy="50098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03406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129DB-91DB-2AFC-E535-7693283E6B75}"/>
              </a:ext>
            </a:extLst>
          </p:cNvPr>
          <p:cNvSpPr>
            <a:spLocks noGrp="1"/>
          </p:cNvSpPr>
          <p:nvPr>
            <p:ph type="title"/>
          </p:nvPr>
        </p:nvSpPr>
        <p:spPr>
          <a:xfrm>
            <a:off x="640080" y="109728"/>
            <a:ext cx="10890929" cy="1097280"/>
          </a:xfrm>
        </p:spPr>
        <p:txBody>
          <a:bodyPr/>
          <a:lstStyle/>
          <a:p>
            <a:r>
              <a:rPr lang="en-US" dirty="0"/>
              <a:t>Organism and Sequence Acquisition</a:t>
            </a:r>
          </a:p>
        </p:txBody>
      </p:sp>
      <p:sp>
        <p:nvSpPr>
          <p:cNvPr id="3" name="Content Placeholder 2">
            <a:extLst>
              <a:ext uri="{FF2B5EF4-FFF2-40B4-BE49-F238E27FC236}">
                <a16:creationId xmlns:a16="http://schemas.microsoft.com/office/drawing/2014/main" id="{ECBC9E9B-F00C-70BE-EE33-B9C087B30C96}"/>
              </a:ext>
            </a:extLst>
          </p:cNvPr>
          <p:cNvSpPr>
            <a:spLocks noGrp="1"/>
          </p:cNvSpPr>
          <p:nvPr>
            <p:ph idx="1"/>
          </p:nvPr>
        </p:nvSpPr>
        <p:spPr>
          <a:xfrm>
            <a:off x="640079" y="1268083"/>
            <a:ext cx="10617393" cy="2596551"/>
          </a:xfrm>
        </p:spPr>
        <p:txBody>
          <a:bodyPr>
            <a:normAutofit fontScale="77500" lnSpcReduction="20000"/>
          </a:bodyPr>
          <a:lstStyle/>
          <a:p>
            <a:pPr marL="457200" indent="-457200">
              <a:buFont typeface="+mj-lt"/>
              <a:buAutoNum type="arabicPeriod"/>
            </a:pPr>
            <a:r>
              <a:rPr lang="en-US" dirty="0"/>
              <a:t>Take a sample of organisms from </a:t>
            </a:r>
            <a:r>
              <a:rPr lang="en-US" dirty="0" err="1"/>
              <a:t>ThermoBase</a:t>
            </a:r>
            <a:r>
              <a:rPr lang="en-US" dirty="0"/>
              <a:t>, a comprehensive database of thermophiles and hyperthermophiles, keeping track of Phylum and Class</a:t>
            </a:r>
          </a:p>
          <a:p>
            <a:pPr marL="457200" indent="-457200">
              <a:buFont typeface="+mj-lt"/>
              <a:buAutoNum type="arabicPeriod"/>
            </a:pPr>
            <a:r>
              <a:rPr lang="en-US" dirty="0"/>
              <a:t>From the above sample, take a representative sample of each class in the initial sample for a total of 15 thermophilic prokaryotes to analyze</a:t>
            </a:r>
          </a:p>
          <a:p>
            <a:pPr marL="722376" lvl="1" indent="-457200">
              <a:buFont typeface="+mj-lt"/>
              <a:buAutoNum type="arabicPeriod"/>
            </a:pPr>
            <a:r>
              <a:rPr lang="en-US" dirty="0"/>
              <a:t>This number was chosen simply for feasibility in the given time span and to allow for at least 1 sample for each class – future work can expand on these numbers</a:t>
            </a:r>
          </a:p>
          <a:p>
            <a:pPr marL="457200" indent="-457200">
              <a:buFont typeface="+mj-lt"/>
              <a:buAutoNum type="arabicPeriod"/>
            </a:pPr>
            <a:r>
              <a:rPr lang="en-US" dirty="0"/>
              <a:t>Run each sample through NCBI to guarantee information is available and find an HSP sequence to focus on </a:t>
            </a:r>
          </a:p>
          <a:p>
            <a:pPr marL="722376" lvl="1" indent="-457200">
              <a:buFont typeface="+mj-lt"/>
              <a:buAutoNum type="arabicPeriod"/>
            </a:pPr>
            <a:r>
              <a:rPr lang="en-US" dirty="0"/>
              <a:t>Since HSP20 emerged as a frequent pattern, this specific HSP was selected over others</a:t>
            </a:r>
          </a:p>
          <a:p>
            <a:pPr marL="457200" indent="-457200">
              <a:buFont typeface="+mj-lt"/>
              <a:buAutoNum type="arabicPeriod"/>
            </a:pPr>
            <a:endParaRPr lang="en-US" dirty="0"/>
          </a:p>
          <a:p>
            <a:pPr marL="457200" indent="-457200">
              <a:buFont typeface="+mj-lt"/>
              <a:buAutoNum type="arabicPeriod"/>
            </a:pPr>
            <a:endParaRPr lang="en-US" dirty="0"/>
          </a:p>
        </p:txBody>
      </p:sp>
      <p:graphicFrame>
        <p:nvGraphicFramePr>
          <p:cNvPr id="4" name="Chart 3">
            <a:extLst>
              <a:ext uri="{FF2B5EF4-FFF2-40B4-BE49-F238E27FC236}">
                <a16:creationId xmlns:a16="http://schemas.microsoft.com/office/drawing/2014/main" id="{749304F8-1E8B-4FE1-B7B3-1831A22E1638}"/>
              </a:ext>
            </a:extLst>
          </p:cNvPr>
          <p:cNvGraphicFramePr>
            <a:graphicFrameLocks/>
          </p:cNvGraphicFramePr>
          <p:nvPr>
            <p:extLst>
              <p:ext uri="{D42A27DB-BD31-4B8C-83A1-F6EECF244321}">
                <p14:modId xmlns:p14="http://schemas.microsoft.com/office/powerpoint/2010/main" val="2165147860"/>
              </p:ext>
            </p:extLst>
          </p:nvPr>
        </p:nvGraphicFramePr>
        <p:xfrm>
          <a:off x="2142704" y="3864634"/>
          <a:ext cx="7441241" cy="28384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07966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A75B5-67FF-3936-5834-CE53DCDACE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D3769C-0FE0-0495-A970-D05E1C4BE9D9}"/>
              </a:ext>
            </a:extLst>
          </p:cNvPr>
          <p:cNvSpPr>
            <a:spLocks noGrp="1"/>
          </p:cNvSpPr>
          <p:nvPr>
            <p:ph type="title"/>
          </p:nvPr>
        </p:nvSpPr>
        <p:spPr>
          <a:xfrm>
            <a:off x="640080" y="109728"/>
            <a:ext cx="10890929" cy="1097280"/>
          </a:xfrm>
        </p:spPr>
        <p:txBody>
          <a:bodyPr/>
          <a:lstStyle/>
          <a:p>
            <a:r>
              <a:rPr lang="en-US" dirty="0"/>
              <a:t>Organism and Sequence Acquisition</a:t>
            </a:r>
          </a:p>
        </p:txBody>
      </p:sp>
      <p:sp>
        <p:nvSpPr>
          <p:cNvPr id="3" name="Content Placeholder 2">
            <a:extLst>
              <a:ext uri="{FF2B5EF4-FFF2-40B4-BE49-F238E27FC236}">
                <a16:creationId xmlns:a16="http://schemas.microsoft.com/office/drawing/2014/main" id="{967EE767-03CB-2D9C-9985-4A09F35BED6C}"/>
              </a:ext>
            </a:extLst>
          </p:cNvPr>
          <p:cNvSpPr>
            <a:spLocks noGrp="1"/>
          </p:cNvSpPr>
          <p:nvPr>
            <p:ph idx="1"/>
          </p:nvPr>
        </p:nvSpPr>
        <p:spPr>
          <a:xfrm>
            <a:off x="640079" y="1268083"/>
            <a:ext cx="4345807" cy="5036464"/>
          </a:xfrm>
        </p:spPr>
        <p:txBody>
          <a:bodyPr>
            <a:normAutofit/>
          </a:bodyPr>
          <a:lstStyle/>
          <a:p>
            <a:pPr marL="457200" indent="-457200">
              <a:buFont typeface="+mj-lt"/>
              <a:buAutoNum type="arabicPeriod"/>
            </a:pPr>
            <a:r>
              <a:rPr lang="en-US" dirty="0"/>
              <a:t>Once each HSP20 sequence was selected for the prokaryotic thermophiles, run each sequence through PSI-BLAST with 6 iterations (parameters: database nr, restricted to </a:t>
            </a:r>
            <a:r>
              <a:rPr lang="en-US" dirty="0" err="1"/>
              <a:t>Eukaryota</a:t>
            </a:r>
            <a:r>
              <a:rPr lang="en-US" dirty="0"/>
              <a:t>, word size 3, 100 target sequences, BLOSUM62)</a:t>
            </a:r>
          </a:p>
          <a:p>
            <a:pPr marL="457200" indent="-457200">
              <a:buFont typeface="+mj-lt"/>
              <a:buAutoNum type="arabicPeriod"/>
            </a:pPr>
            <a:r>
              <a:rPr lang="en-US" dirty="0"/>
              <a:t>Select the top 2 hits from PSI-BLAST for each prokaryote</a:t>
            </a:r>
          </a:p>
          <a:p>
            <a:pPr marL="722376" lvl="1" indent="-457200">
              <a:buFont typeface="+mj-lt"/>
              <a:buAutoNum type="arabicPeriod"/>
            </a:pPr>
            <a:r>
              <a:rPr lang="en-US" dirty="0"/>
              <a:t>Attempted to eliminate any partial or hypothetical proteins where possible</a:t>
            </a:r>
          </a:p>
          <a:p>
            <a:pPr marL="457200" indent="-457200">
              <a:buFont typeface="+mj-lt"/>
              <a:buAutoNum type="arabicPeriod"/>
            </a:pPr>
            <a:endParaRPr lang="en-US" dirty="0"/>
          </a:p>
          <a:p>
            <a:pPr marL="457200" indent="-457200">
              <a:buFont typeface="+mj-lt"/>
              <a:buAutoNum type="arabicPeriod"/>
            </a:pPr>
            <a:endParaRPr lang="en-US" dirty="0"/>
          </a:p>
        </p:txBody>
      </p:sp>
      <p:graphicFrame>
        <p:nvGraphicFramePr>
          <p:cNvPr id="5" name="Chart 4">
            <a:extLst>
              <a:ext uri="{FF2B5EF4-FFF2-40B4-BE49-F238E27FC236}">
                <a16:creationId xmlns:a16="http://schemas.microsoft.com/office/drawing/2014/main" id="{B0F71397-1BBD-47FC-E27F-CD233748112B}"/>
              </a:ext>
            </a:extLst>
          </p:cNvPr>
          <p:cNvGraphicFramePr>
            <a:graphicFrameLocks/>
          </p:cNvGraphicFramePr>
          <p:nvPr>
            <p:extLst>
              <p:ext uri="{D42A27DB-BD31-4B8C-83A1-F6EECF244321}">
                <p14:modId xmlns:p14="http://schemas.microsoft.com/office/powerpoint/2010/main" val="2956300016"/>
              </p:ext>
            </p:extLst>
          </p:nvPr>
        </p:nvGraphicFramePr>
        <p:xfrm>
          <a:off x="5599135" y="1152395"/>
          <a:ext cx="6190781" cy="4363342"/>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EEE35A9A-D635-2868-8F9C-2739267C796E}"/>
              </a:ext>
            </a:extLst>
          </p:cNvPr>
          <p:cNvSpPr txBox="1"/>
          <p:nvPr/>
        </p:nvSpPr>
        <p:spPr>
          <a:xfrm>
            <a:off x="5542767" y="5513759"/>
            <a:ext cx="6303516" cy="923330"/>
          </a:xfrm>
          <a:prstGeom prst="rect">
            <a:avLst/>
          </a:prstGeom>
          <a:noFill/>
        </p:spPr>
        <p:txBody>
          <a:bodyPr wrap="square" rtlCol="0">
            <a:spAutoFit/>
          </a:bodyPr>
          <a:lstStyle/>
          <a:p>
            <a:r>
              <a:rPr lang="en-US" dirty="0"/>
              <a:t>For 15 prokaryotic organisms, hits spanned only 12 different eukaryotic organisms – fungi (</a:t>
            </a:r>
            <a:r>
              <a:rPr lang="en-US" dirty="0" err="1"/>
              <a:t>Glomeromycetes</a:t>
            </a:r>
            <a:r>
              <a:rPr lang="en-US" dirty="0"/>
              <a:t> and </a:t>
            </a:r>
            <a:r>
              <a:rPr lang="en-US" dirty="0" err="1"/>
              <a:t>Mortierellomycetes</a:t>
            </a:r>
            <a:r>
              <a:rPr lang="en-US" dirty="0"/>
              <a:t>) and plants (Magnoliopsida)</a:t>
            </a:r>
          </a:p>
        </p:txBody>
      </p:sp>
    </p:spTree>
    <p:extLst>
      <p:ext uri="{BB962C8B-B14F-4D97-AF65-F5344CB8AC3E}">
        <p14:creationId xmlns:p14="http://schemas.microsoft.com/office/powerpoint/2010/main" val="282833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8DBA2-257F-50CF-EA77-37A4806160AA}"/>
              </a:ext>
            </a:extLst>
          </p:cNvPr>
          <p:cNvSpPr>
            <a:spLocks noGrp="1"/>
          </p:cNvSpPr>
          <p:nvPr>
            <p:ph type="title"/>
          </p:nvPr>
        </p:nvSpPr>
        <p:spPr>
          <a:xfrm>
            <a:off x="640079" y="212943"/>
            <a:ext cx="10890929" cy="1097280"/>
          </a:xfrm>
        </p:spPr>
        <p:txBody>
          <a:bodyPr/>
          <a:lstStyle/>
          <a:p>
            <a:r>
              <a:rPr lang="en-US" dirty="0"/>
              <a:t>PSI-BLAST Analysis</a:t>
            </a:r>
          </a:p>
        </p:txBody>
      </p:sp>
      <p:sp>
        <p:nvSpPr>
          <p:cNvPr id="3" name="Content Placeholder 2">
            <a:extLst>
              <a:ext uri="{FF2B5EF4-FFF2-40B4-BE49-F238E27FC236}">
                <a16:creationId xmlns:a16="http://schemas.microsoft.com/office/drawing/2014/main" id="{DB484158-2834-EBC1-A280-F9F7F203BAA5}"/>
              </a:ext>
            </a:extLst>
          </p:cNvPr>
          <p:cNvSpPr>
            <a:spLocks noGrp="1"/>
          </p:cNvSpPr>
          <p:nvPr>
            <p:ph idx="1"/>
          </p:nvPr>
        </p:nvSpPr>
        <p:spPr>
          <a:xfrm>
            <a:off x="640080" y="3204376"/>
            <a:ext cx="10890928" cy="2995256"/>
          </a:xfrm>
        </p:spPr>
        <p:txBody>
          <a:bodyPr>
            <a:normAutofit fontScale="92500" lnSpcReduction="20000"/>
          </a:bodyPr>
          <a:lstStyle/>
          <a:p>
            <a:r>
              <a:rPr lang="en-US" dirty="0"/>
              <a:t>Expected low percent identity due to long evolutionary period of divergence between eukaryotes and prokaryotes</a:t>
            </a:r>
          </a:p>
          <a:p>
            <a:r>
              <a:rPr lang="en-US" dirty="0"/>
              <a:t>Average percent identity drops into the twilight zone - expected due to distance, but attempting to pull in distant homologs (likely orthologs) within the protein family; could still share functionality</a:t>
            </a:r>
          </a:p>
          <a:p>
            <a:pPr lvl="1"/>
            <a:r>
              <a:rPr lang="en-US" dirty="0"/>
              <a:t>QUESTION: What is the rate of evolution? Could so many mutations have occurred that they have cycled back around to the same amino acids? Does this constant percent identity represent the constant rate of evolution within a protein family (molecular clock hypothesis)?</a:t>
            </a:r>
          </a:p>
          <a:p>
            <a:r>
              <a:rPr lang="en-US" dirty="0"/>
              <a:t>Bit score and extremely low E-values suggest high quality alignments – conserved structure or domains</a:t>
            </a:r>
          </a:p>
          <a:p>
            <a:endParaRPr lang="en-US" dirty="0"/>
          </a:p>
        </p:txBody>
      </p:sp>
      <p:sp>
        <p:nvSpPr>
          <p:cNvPr id="4" name="Rectangle: Rounded Corners 3">
            <a:extLst>
              <a:ext uri="{FF2B5EF4-FFF2-40B4-BE49-F238E27FC236}">
                <a16:creationId xmlns:a16="http://schemas.microsoft.com/office/drawing/2014/main" id="{9DF075B4-56F2-2973-A77F-7AA9EFDCBF67}"/>
              </a:ext>
            </a:extLst>
          </p:cNvPr>
          <p:cNvSpPr/>
          <p:nvPr/>
        </p:nvSpPr>
        <p:spPr>
          <a:xfrm>
            <a:off x="640079" y="1278479"/>
            <a:ext cx="11183511" cy="14945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PSI-BLAST Results:</a:t>
            </a:r>
          </a:p>
          <a:p>
            <a:pPr algn="ctr"/>
            <a:r>
              <a:rPr lang="en-US" dirty="0"/>
              <a:t>Avg Percent Identity = 24.5% (</a:t>
            </a:r>
            <a:r>
              <a:rPr lang="en-US" dirty="0" err="1"/>
              <a:t>stdev</a:t>
            </a:r>
            <a:r>
              <a:rPr lang="en-US" dirty="0"/>
              <a:t> = 2.9)</a:t>
            </a:r>
          </a:p>
          <a:p>
            <a:pPr algn="ctr"/>
            <a:r>
              <a:rPr lang="en-US" dirty="0"/>
              <a:t>Avg E-Value = 3.33e-58 (</a:t>
            </a:r>
            <a:r>
              <a:rPr lang="en-US" dirty="0" err="1"/>
              <a:t>stdev</a:t>
            </a:r>
            <a:r>
              <a:rPr lang="en-US" dirty="0"/>
              <a:t> = 1.83e-57)</a:t>
            </a:r>
          </a:p>
          <a:p>
            <a:pPr algn="ctr"/>
            <a:r>
              <a:rPr lang="en-US" dirty="0"/>
              <a:t>Avg Bit Score = 239 (</a:t>
            </a:r>
            <a:r>
              <a:rPr lang="en-US" dirty="0" err="1"/>
              <a:t>stdev</a:t>
            </a:r>
            <a:r>
              <a:rPr lang="en-US" dirty="0"/>
              <a:t> = 29.3)</a:t>
            </a:r>
          </a:p>
        </p:txBody>
      </p:sp>
    </p:spTree>
    <p:extLst>
      <p:ext uri="{BB962C8B-B14F-4D97-AF65-F5344CB8AC3E}">
        <p14:creationId xmlns:p14="http://schemas.microsoft.com/office/powerpoint/2010/main" val="2667809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0EFF4D-3CF5-0089-44F6-CC1A1B5CB17A}"/>
              </a:ext>
            </a:extLst>
          </p:cNvPr>
          <p:cNvSpPr>
            <a:spLocks noGrp="1"/>
          </p:cNvSpPr>
          <p:nvPr>
            <p:ph type="title"/>
          </p:nvPr>
        </p:nvSpPr>
        <p:spPr>
          <a:xfrm>
            <a:off x="640079" y="570750"/>
            <a:ext cx="10890929" cy="1387934"/>
          </a:xfrm>
        </p:spPr>
        <p:txBody>
          <a:bodyPr anchor="b">
            <a:normAutofit/>
          </a:bodyPr>
          <a:lstStyle/>
          <a:p>
            <a:r>
              <a:rPr lang="en-US" dirty="0"/>
              <a:t>Techniques Used</a:t>
            </a:r>
          </a:p>
        </p:txBody>
      </p:sp>
      <p:cxnSp>
        <p:nvCxnSpPr>
          <p:cNvPr id="11" name="Straight Connector 10">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3F126B9B-1502-08CA-C25B-1E94D4F97363}"/>
              </a:ext>
            </a:extLst>
          </p:cNvPr>
          <p:cNvGraphicFramePr>
            <a:graphicFrameLocks noGrp="1"/>
          </p:cNvGraphicFramePr>
          <p:nvPr>
            <p:ph idx="1"/>
            <p:extLst>
              <p:ext uri="{D42A27DB-BD31-4B8C-83A1-F6EECF244321}">
                <p14:modId xmlns:p14="http://schemas.microsoft.com/office/powerpoint/2010/main" val="1233320251"/>
              </p:ext>
            </p:extLst>
          </p:nvPr>
        </p:nvGraphicFramePr>
        <p:xfrm>
          <a:off x="640079" y="2559050"/>
          <a:ext cx="10890929" cy="373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00081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5DA14E-F6A1-AD3B-65E2-816472B09B49}"/>
              </a:ext>
            </a:extLst>
          </p:cNvPr>
          <p:cNvSpPr>
            <a:spLocks noGrp="1"/>
          </p:cNvSpPr>
          <p:nvPr>
            <p:ph type="title"/>
          </p:nvPr>
        </p:nvSpPr>
        <p:spPr>
          <a:xfrm>
            <a:off x="2046965" y="4406852"/>
            <a:ext cx="8098069" cy="1050125"/>
          </a:xfrm>
        </p:spPr>
        <p:txBody>
          <a:bodyPr vert="horz" lIns="91440" tIns="45720" rIns="91440" bIns="45720" rtlCol="0" anchor="b">
            <a:noAutofit/>
          </a:bodyPr>
          <a:lstStyle/>
          <a:p>
            <a:pPr algn="ctr">
              <a:lnSpc>
                <a:spcPct val="90000"/>
              </a:lnSpc>
            </a:pPr>
            <a:r>
              <a:rPr lang="en-US" sz="3000" dirty="0"/>
              <a:t>Multiple Sequence Alignment, Distance Matrix, and Principal Component Analysis </a:t>
            </a:r>
          </a:p>
        </p:txBody>
      </p:sp>
      <p:cxnSp>
        <p:nvCxnSpPr>
          <p:cNvPr id="14" name="Straight Connector 13">
            <a:extLst>
              <a:ext uri="{FF2B5EF4-FFF2-40B4-BE49-F238E27FC236}">
                <a16:creationId xmlns:a16="http://schemas.microsoft.com/office/drawing/2014/main" id="{503FCC9E-47A2-69B7-68E7-7FA95EAD538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1680" y="5662526"/>
            <a:ext cx="548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C10B16AD-7CF4-48EC-49E1-821FB54F749A}"/>
              </a:ext>
            </a:extLst>
          </p:cNvPr>
          <p:cNvSpPr txBox="1">
            <a:spLocks/>
          </p:cNvSpPr>
          <p:nvPr/>
        </p:nvSpPr>
        <p:spPr>
          <a:xfrm>
            <a:off x="2121776" y="5812588"/>
            <a:ext cx="8098069" cy="319328"/>
          </a:xfrm>
          <a:prstGeom prst="rect">
            <a:avLst/>
          </a:prstGeom>
        </p:spPr>
        <p:txBody>
          <a:bodyPr vert="horz" lIns="91440" tIns="45720" rIns="91440" bIns="45720" rtlCol="0" anchor="b">
            <a:noAutofit/>
          </a:bodyPr>
          <a:lstStyle>
            <a:lvl1pPr algn="l" defTabSz="914400" rtl="0" eaLnBrk="1" latinLnBrk="0" hangingPunct="1">
              <a:lnSpc>
                <a:spcPct val="100000"/>
              </a:lnSpc>
              <a:spcBef>
                <a:spcPct val="0"/>
              </a:spcBef>
              <a:buNone/>
              <a:defRPr sz="5400" b="1" kern="1200">
                <a:solidFill>
                  <a:schemeClr val="tx1"/>
                </a:solidFill>
                <a:latin typeface="+mj-lt"/>
                <a:ea typeface="+mj-ea"/>
                <a:cs typeface="+mj-cs"/>
              </a:defRPr>
            </a:lvl1pPr>
          </a:lstStyle>
          <a:p>
            <a:pPr algn="ctr">
              <a:lnSpc>
                <a:spcPct val="90000"/>
              </a:lnSpc>
            </a:pPr>
            <a:r>
              <a:rPr lang="en-US" sz="1800" b="0" dirty="0">
                <a:latin typeface="+mn-lt"/>
              </a:rPr>
              <a:t>AMINO ACID LEVEL ANALYSIS</a:t>
            </a:r>
          </a:p>
        </p:txBody>
      </p:sp>
      <p:pic>
        <p:nvPicPr>
          <p:cNvPr id="5" name="Graphic 4" descr="Abacus with solid fill">
            <a:extLst>
              <a:ext uri="{FF2B5EF4-FFF2-40B4-BE49-F238E27FC236}">
                <a16:creationId xmlns:a16="http://schemas.microsoft.com/office/drawing/2014/main" id="{F93B7167-41FE-8579-4F47-CE1CC224C5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98353" y="263049"/>
            <a:ext cx="3988523" cy="3988523"/>
          </a:xfrm>
          <a:prstGeom prst="rect">
            <a:avLst/>
          </a:prstGeom>
        </p:spPr>
      </p:pic>
    </p:spTree>
    <p:extLst>
      <p:ext uri="{BB962C8B-B14F-4D97-AF65-F5344CB8AC3E}">
        <p14:creationId xmlns:p14="http://schemas.microsoft.com/office/powerpoint/2010/main" val="3660868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4636D-F904-8C89-752A-7CA43B72060B}"/>
              </a:ext>
            </a:extLst>
          </p:cNvPr>
          <p:cNvSpPr>
            <a:spLocks noGrp="1"/>
          </p:cNvSpPr>
          <p:nvPr>
            <p:ph type="title"/>
          </p:nvPr>
        </p:nvSpPr>
        <p:spPr>
          <a:xfrm>
            <a:off x="792477" y="1175202"/>
            <a:ext cx="10890929" cy="375302"/>
          </a:xfrm>
        </p:spPr>
        <p:txBody>
          <a:bodyPr>
            <a:normAutofit fontScale="90000"/>
          </a:bodyPr>
          <a:lstStyle/>
          <a:p>
            <a:r>
              <a:rPr lang="en-US" sz="2000" i="1" dirty="0"/>
              <a:t>R Packages: </a:t>
            </a:r>
            <a:r>
              <a:rPr lang="en-US" sz="2000" i="1" dirty="0" err="1"/>
              <a:t>Biostrings</a:t>
            </a:r>
            <a:r>
              <a:rPr lang="en-US" sz="2000" i="1" dirty="0"/>
              <a:t>, DECIPHER</a:t>
            </a:r>
          </a:p>
        </p:txBody>
      </p:sp>
      <p:sp>
        <p:nvSpPr>
          <p:cNvPr id="3" name="Content Placeholder 2">
            <a:extLst>
              <a:ext uri="{FF2B5EF4-FFF2-40B4-BE49-F238E27FC236}">
                <a16:creationId xmlns:a16="http://schemas.microsoft.com/office/drawing/2014/main" id="{E51731AD-6316-C11E-F64A-0018E148943C}"/>
              </a:ext>
            </a:extLst>
          </p:cNvPr>
          <p:cNvSpPr>
            <a:spLocks noGrp="1"/>
          </p:cNvSpPr>
          <p:nvPr>
            <p:ph idx="1"/>
          </p:nvPr>
        </p:nvSpPr>
        <p:spPr>
          <a:xfrm>
            <a:off x="402084" y="1550504"/>
            <a:ext cx="11622901" cy="5095992"/>
          </a:xfrm>
        </p:spPr>
        <p:txBody>
          <a:bodyPr>
            <a:normAutofit fontScale="70000" lnSpcReduction="20000"/>
          </a:bodyPr>
          <a:lstStyle/>
          <a:p>
            <a:r>
              <a:rPr lang="en-US" dirty="0"/>
              <a:t>Load amino acid sequences in FASTA format into </a:t>
            </a:r>
            <a:r>
              <a:rPr lang="en-US" dirty="0" err="1"/>
              <a:t>AAStringSet</a:t>
            </a:r>
            <a:r>
              <a:rPr lang="en-US" dirty="0"/>
              <a:t> object</a:t>
            </a:r>
          </a:p>
          <a:p>
            <a:r>
              <a:rPr lang="en-US" dirty="0"/>
              <a:t>Call </a:t>
            </a:r>
            <a:r>
              <a:rPr lang="en-US" dirty="0" err="1"/>
              <a:t>AlignSeqs</a:t>
            </a:r>
            <a:r>
              <a:rPr lang="en-US" dirty="0"/>
              <a:t> function on the object of FASTA sequences – specifically designed to perform multiple sequence alignment </a:t>
            </a:r>
            <a:r>
              <a:rPr lang="en-US" dirty="0">
                <a:sym typeface="Wingdings" panose="05000000000000000000" pitchFamily="2" charset="2"/>
              </a:rPr>
              <a:t> OUTPUT: sequences aligned and color-coded according to amino acid qualities; consensus sequence at bottom</a:t>
            </a:r>
          </a:p>
          <a:p>
            <a:pPr lvl="1"/>
            <a:r>
              <a:rPr lang="en-US" dirty="0">
                <a:sym typeface="Wingdings" panose="05000000000000000000" pitchFamily="2" charset="2"/>
              </a:rPr>
              <a:t>Consensus sequence attempts to derive a “typical” sequence from the alignment, where X = unknown and + = conserved position</a:t>
            </a:r>
          </a:p>
          <a:p>
            <a:pPr lvl="1"/>
            <a:r>
              <a:rPr lang="en-US" dirty="0" err="1">
                <a:sym typeface="Wingdings" panose="05000000000000000000" pitchFamily="2" charset="2"/>
              </a:rPr>
              <a:t>AlignSeqs</a:t>
            </a:r>
            <a:r>
              <a:rPr lang="en-US" dirty="0">
                <a:sym typeface="Wingdings" panose="05000000000000000000" pitchFamily="2" charset="2"/>
              </a:rPr>
              <a:t> by default calls the MUSCLE alignment method (iterative refinement)</a:t>
            </a:r>
          </a:p>
          <a:p>
            <a:pPr lvl="1"/>
            <a:r>
              <a:rPr lang="en-US" dirty="0">
                <a:sym typeface="Wingdings" panose="05000000000000000000" pitchFamily="2" charset="2"/>
              </a:rPr>
              <a:t>Sequence alignment method can also be called on a </a:t>
            </a:r>
            <a:r>
              <a:rPr lang="en-US" dirty="0" err="1">
                <a:sym typeface="Wingdings" panose="05000000000000000000" pitchFamily="2" charset="2"/>
              </a:rPr>
              <a:t>DNAStringSet</a:t>
            </a:r>
            <a:r>
              <a:rPr lang="en-US" dirty="0">
                <a:sym typeface="Wingdings" panose="05000000000000000000" pitchFamily="2" charset="2"/>
              </a:rPr>
              <a:t> object (sequences of DNA), but protein selected as can be more informative</a:t>
            </a:r>
          </a:p>
          <a:p>
            <a:r>
              <a:rPr lang="en-US" dirty="0">
                <a:sym typeface="Wingdings" panose="05000000000000000000" pitchFamily="2" charset="2"/>
              </a:rPr>
              <a:t>Cross-Domain Multiple Sequence Alignment revealed remnants of shared ancestry</a:t>
            </a:r>
          </a:p>
          <a:p>
            <a:pPr lvl="1"/>
            <a:r>
              <a:rPr lang="en-US" dirty="0">
                <a:sym typeface="Wingdings" panose="05000000000000000000" pitchFamily="2" charset="2"/>
              </a:rPr>
              <a:t>Positions with lots of variability in regions with a bulk alignment of amino acids</a:t>
            </a:r>
          </a:p>
          <a:p>
            <a:pPr lvl="1"/>
            <a:r>
              <a:rPr lang="en-US" dirty="0">
                <a:sym typeface="Wingdings" panose="05000000000000000000" pitchFamily="2" charset="2"/>
              </a:rPr>
              <a:t>Conserved positions tend to correspond to gaps put in the alignment (low identity)– not as representative of protein function</a:t>
            </a:r>
          </a:p>
          <a:p>
            <a:r>
              <a:rPr lang="en-US" dirty="0">
                <a:sym typeface="Wingdings" panose="05000000000000000000" pitchFamily="2" charset="2"/>
              </a:rPr>
              <a:t>Eukaryotic Alignment revealed…</a:t>
            </a:r>
          </a:p>
          <a:p>
            <a:pPr lvl="1"/>
            <a:r>
              <a:rPr lang="en-US" dirty="0">
                <a:sym typeface="Wingdings" panose="05000000000000000000" pitchFamily="2" charset="2"/>
              </a:rPr>
              <a:t>Clustering of alignment regions around positions 90 – 210 and 305-315</a:t>
            </a:r>
          </a:p>
          <a:p>
            <a:pPr lvl="1"/>
            <a:r>
              <a:rPr lang="en-US" dirty="0">
                <a:sym typeface="Wingdings" panose="05000000000000000000" pitchFamily="2" charset="2"/>
              </a:rPr>
              <a:t>Higher in-domain similarity</a:t>
            </a:r>
          </a:p>
          <a:p>
            <a:r>
              <a:rPr lang="en-US" dirty="0">
                <a:sym typeface="Wingdings" panose="05000000000000000000" pitchFamily="2" charset="2"/>
              </a:rPr>
              <a:t>Prokaryotic Alignment revealed…</a:t>
            </a:r>
          </a:p>
          <a:p>
            <a:pPr lvl="1"/>
            <a:r>
              <a:rPr lang="en-US" dirty="0">
                <a:sym typeface="Wingdings" panose="05000000000000000000" pitchFamily="2" charset="2"/>
              </a:rPr>
              <a:t>Clustering of alignment regions around positions 30-50 and 100-200 with much tighter construction</a:t>
            </a:r>
          </a:p>
          <a:p>
            <a:pPr lvl="1"/>
            <a:r>
              <a:rPr lang="en-US" dirty="0">
                <a:sym typeface="Wingdings" panose="05000000000000000000" pitchFamily="2" charset="2"/>
              </a:rPr>
              <a:t>Much higher in-domain similarity</a:t>
            </a:r>
          </a:p>
          <a:p>
            <a:r>
              <a:rPr lang="en-US" dirty="0">
                <a:sym typeface="Wingdings" panose="05000000000000000000" pitchFamily="2" charset="2"/>
              </a:rPr>
              <a:t>All alignments showed high degrees of variability and most “positives” corresponding to gaps</a:t>
            </a:r>
          </a:p>
          <a:p>
            <a:r>
              <a:rPr lang="en-US" dirty="0">
                <a:sym typeface="Wingdings" panose="05000000000000000000" pitchFamily="2" charset="2"/>
              </a:rPr>
              <a:t>Variety among both C-terminus and N-terminus (extensions) to help with specialization</a:t>
            </a:r>
          </a:p>
          <a:p>
            <a:endParaRPr lang="en-US" dirty="0"/>
          </a:p>
        </p:txBody>
      </p:sp>
      <p:sp>
        <p:nvSpPr>
          <p:cNvPr id="4" name="Title 1">
            <a:extLst>
              <a:ext uri="{FF2B5EF4-FFF2-40B4-BE49-F238E27FC236}">
                <a16:creationId xmlns:a16="http://schemas.microsoft.com/office/drawing/2014/main" id="{FFDBC093-36CB-CE7A-2840-D7DEEE2388B5}"/>
              </a:ext>
            </a:extLst>
          </p:cNvPr>
          <p:cNvSpPr txBox="1">
            <a:spLocks/>
          </p:cNvSpPr>
          <p:nvPr/>
        </p:nvSpPr>
        <p:spPr>
          <a:xfrm>
            <a:off x="577792" y="211504"/>
            <a:ext cx="10890929" cy="780818"/>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a:lstStyle>
          <a:p>
            <a:r>
              <a:rPr lang="en-US" dirty="0"/>
              <a:t>Multiple Sequence Alignment</a:t>
            </a:r>
          </a:p>
        </p:txBody>
      </p:sp>
    </p:spTree>
    <p:extLst>
      <p:ext uri="{BB962C8B-B14F-4D97-AF65-F5344CB8AC3E}">
        <p14:creationId xmlns:p14="http://schemas.microsoft.com/office/powerpoint/2010/main" val="2138881506"/>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77AB0D7-4A21-583A-A549-C673C97B0C9D}"/>
              </a:ext>
            </a:extLst>
          </p:cNvPr>
          <p:cNvSpPr txBox="1">
            <a:spLocks/>
          </p:cNvSpPr>
          <p:nvPr/>
        </p:nvSpPr>
        <p:spPr>
          <a:xfrm>
            <a:off x="412541" y="2966192"/>
            <a:ext cx="10890929" cy="1097280"/>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a:lstStyle>
          <a:p>
            <a:r>
              <a:rPr lang="en-US"/>
              <a:t>Prokaryotic Multiple Sequence Alignment</a:t>
            </a:r>
            <a:endParaRPr lang="en-US" dirty="0"/>
          </a:p>
        </p:txBody>
      </p:sp>
      <p:pic>
        <p:nvPicPr>
          <p:cNvPr id="5" name="Picture 4">
            <a:extLst>
              <a:ext uri="{FF2B5EF4-FFF2-40B4-BE49-F238E27FC236}">
                <a16:creationId xmlns:a16="http://schemas.microsoft.com/office/drawing/2014/main" id="{FF160AAA-278A-7F47-3431-29B72442299A}"/>
              </a:ext>
            </a:extLst>
          </p:cNvPr>
          <p:cNvPicPr>
            <a:picLocks noChangeAspect="1"/>
          </p:cNvPicPr>
          <p:nvPr/>
        </p:nvPicPr>
        <p:blipFill>
          <a:blip r:embed="rId2"/>
          <a:srcRect b="66474"/>
          <a:stretch/>
        </p:blipFill>
        <p:spPr>
          <a:xfrm>
            <a:off x="0" y="3803555"/>
            <a:ext cx="12192000" cy="1962099"/>
          </a:xfrm>
          <a:prstGeom prst="rect">
            <a:avLst/>
          </a:prstGeom>
        </p:spPr>
      </p:pic>
      <p:sp>
        <p:nvSpPr>
          <p:cNvPr id="7" name="Title 6">
            <a:extLst>
              <a:ext uri="{FF2B5EF4-FFF2-40B4-BE49-F238E27FC236}">
                <a16:creationId xmlns:a16="http://schemas.microsoft.com/office/drawing/2014/main" id="{98085F90-BA5C-B531-183C-7B52AEC936D7}"/>
              </a:ext>
            </a:extLst>
          </p:cNvPr>
          <p:cNvSpPr>
            <a:spLocks noGrp="1"/>
          </p:cNvSpPr>
          <p:nvPr>
            <p:ph type="title"/>
          </p:nvPr>
        </p:nvSpPr>
        <p:spPr>
          <a:xfrm>
            <a:off x="602501" y="231732"/>
            <a:ext cx="10890929" cy="1097280"/>
          </a:xfrm>
        </p:spPr>
        <p:txBody>
          <a:bodyPr/>
          <a:lstStyle/>
          <a:p>
            <a:r>
              <a:rPr lang="en-US" dirty="0"/>
              <a:t>Eukaryotic Multiple Sequence Alignment</a:t>
            </a:r>
          </a:p>
        </p:txBody>
      </p:sp>
      <p:pic>
        <p:nvPicPr>
          <p:cNvPr id="8" name="Picture 7">
            <a:extLst>
              <a:ext uri="{FF2B5EF4-FFF2-40B4-BE49-F238E27FC236}">
                <a16:creationId xmlns:a16="http://schemas.microsoft.com/office/drawing/2014/main" id="{3010CADD-E7A6-7452-089E-FDEBAEBF0B43}"/>
              </a:ext>
            </a:extLst>
          </p:cNvPr>
          <p:cNvPicPr>
            <a:picLocks noChangeAspect="1"/>
          </p:cNvPicPr>
          <p:nvPr/>
        </p:nvPicPr>
        <p:blipFill>
          <a:blip r:embed="rId3"/>
          <a:srcRect b="66465"/>
          <a:stretch/>
        </p:blipFill>
        <p:spPr>
          <a:xfrm>
            <a:off x="316309" y="1264010"/>
            <a:ext cx="11672515" cy="1485453"/>
          </a:xfrm>
          <a:prstGeom prst="rect">
            <a:avLst/>
          </a:prstGeom>
        </p:spPr>
      </p:pic>
    </p:spTree>
    <p:extLst>
      <p:ext uri="{BB962C8B-B14F-4D97-AF65-F5344CB8AC3E}">
        <p14:creationId xmlns:p14="http://schemas.microsoft.com/office/powerpoint/2010/main" val="2479614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C4A34-6987-7D93-903D-8555239AFA57}"/>
              </a:ext>
            </a:extLst>
          </p:cNvPr>
          <p:cNvSpPr>
            <a:spLocks noGrp="1"/>
          </p:cNvSpPr>
          <p:nvPr>
            <p:ph type="title"/>
          </p:nvPr>
        </p:nvSpPr>
        <p:spPr>
          <a:xfrm>
            <a:off x="558660" y="109728"/>
            <a:ext cx="10890929" cy="798409"/>
          </a:xfrm>
        </p:spPr>
        <p:txBody>
          <a:bodyPr/>
          <a:lstStyle/>
          <a:p>
            <a:r>
              <a:rPr lang="en-US" dirty="0"/>
              <a:t>Distance Matrix &amp; Principal Component Analysis</a:t>
            </a:r>
          </a:p>
        </p:txBody>
      </p:sp>
      <p:sp>
        <p:nvSpPr>
          <p:cNvPr id="3" name="Content Placeholder 2">
            <a:extLst>
              <a:ext uri="{FF2B5EF4-FFF2-40B4-BE49-F238E27FC236}">
                <a16:creationId xmlns:a16="http://schemas.microsoft.com/office/drawing/2014/main" id="{E4595778-D080-023D-FC74-3FCE9BF5507A}"/>
              </a:ext>
            </a:extLst>
          </p:cNvPr>
          <p:cNvSpPr>
            <a:spLocks noGrp="1"/>
          </p:cNvSpPr>
          <p:nvPr>
            <p:ph idx="1"/>
          </p:nvPr>
        </p:nvSpPr>
        <p:spPr>
          <a:xfrm>
            <a:off x="640080" y="1440493"/>
            <a:ext cx="10890928" cy="5141609"/>
          </a:xfrm>
        </p:spPr>
        <p:txBody>
          <a:bodyPr>
            <a:normAutofit fontScale="92500"/>
          </a:bodyPr>
          <a:lstStyle/>
          <a:p>
            <a:r>
              <a:rPr lang="en-US" dirty="0"/>
              <a:t>Distance Matrix: pairwise distance (“difference”) between two sequences in the multiple sequence alignment</a:t>
            </a:r>
          </a:p>
          <a:p>
            <a:pPr lvl="1"/>
            <a:r>
              <a:rPr lang="en-US" dirty="0"/>
              <a:t>Call the </a:t>
            </a:r>
            <a:r>
              <a:rPr lang="en-US" dirty="0" err="1"/>
              <a:t>DistanceMatrix</a:t>
            </a:r>
            <a:r>
              <a:rPr lang="en-US" dirty="0"/>
              <a:t> function with the Poisson correction applied – useful for amino acid alignments; accounts for multiple substitutions per site</a:t>
            </a:r>
          </a:p>
          <a:p>
            <a:pPr lvl="1"/>
            <a:r>
              <a:rPr lang="en-US" dirty="0"/>
              <a:t>OUTPUT: Distance values varying between [0, 3) – up to 3 amino acid substitutions per site (actual max = 2.88), at which point highly diverged</a:t>
            </a:r>
          </a:p>
          <a:p>
            <a:r>
              <a:rPr lang="en-US" dirty="0"/>
              <a:t>Principal Component Analysis (PCA): dimensionality reduction and feature selection technique – identifies principal components that maximize variance (what are the main patterns of variation?)</a:t>
            </a:r>
          </a:p>
          <a:p>
            <a:pPr lvl="1"/>
            <a:r>
              <a:rPr lang="en-US" dirty="0"/>
              <a:t>Call </a:t>
            </a:r>
            <a:r>
              <a:rPr lang="en-US" dirty="0" err="1"/>
              <a:t>prcomp</a:t>
            </a:r>
            <a:r>
              <a:rPr lang="en-US" dirty="0"/>
              <a:t> from base R on the distance matrix generated previously, and standardize the distances (mean = 0, variance = 1)</a:t>
            </a:r>
          </a:p>
          <a:p>
            <a:pPr lvl="1"/>
            <a:r>
              <a:rPr lang="en-US" dirty="0"/>
              <a:t>X-axis is principal component 1 (largest source), with Y-axis as principal component 2 (second largest source)</a:t>
            </a:r>
          </a:p>
          <a:p>
            <a:pPr lvl="1"/>
            <a:r>
              <a:rPr lang="en-US" dirty="0"/>
              <a:t>Shows tighter clustering among the prokaryotes (less distance, more conservation) than among the eukaryotes, but the groups are separated</a:t>
            </a:r>
          </a:p>
        </p:txBody>
      </p:sp>
      <p:sp>
        <p:nvSpPr>
          <p:cNvPr id="4" name="Title 1">
            <a:extLst>
              <a:ext uri="{FF2B5EF4-FFF2-40B4-BE49-F238E27FC236}">
                <a16:creationId xmlns:a16="http://schemas.microsoft.com/office/drawing/2014/main" id="{F3AF4FD7-0AA5-D42E-A3DE-B4CC340E59E1}"/>
              </a:ext>
            </a:extLst>
          </p:cNvPr>
          <p:cNvSpPr txBox="1">
            <a:spLocks/>
          </p:cNvSpPr>
          <p:nvPr/>
        </p:nvSpPr>
        <p:spPr>
          <a:xfrm>
            <a:off x="558660" y="1038742"/>
            <a:ext cx="10890929" cy="401751"/>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a:lstStyle>
          <a:p>
            <a:r>
              <a:rPr lang="en-US" sz="1800" i="1" dirty="0"/>
              <a:t>R Packages: DECIPHER, ggplot2, </a:t>
            </a:r>
            <a:r>
              <a:rPr lang="en-US" sz="1800" i="1" dirty="0" err="1"/>
              <a:t>ggrepel</a:t>
            </a:r>
            <a:endParaRPr lang="en-US" sz="1800" i="1" dirty="0"/>
          </a:p>
        </p:txBody>
      </p:sp>
    </p:spTree>
    <p:extLst>
      <p:ext uri="{BB962C8B-B14F-4D97-AF65-F5344CB8AC3E}">
        <p14:creationId xmlns:p14="http://schemas.microsoft.com/office/powerpoint/2010/main" val="2808014099"/>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405ECE-995C-64AD-55BE-2B6EDC2A3D9C}"/>
              </a:ext>
            </a:extLst>
          </p:cNvPr>
          <p:cNvPicPr>
            <a:picLocks noChangeAspect="1"/>
          </p:cNvPicPr>
          <p:nvPr/>
        </p:nvPicPr>
        <p:blipFill>
          <a:blip r:embed="rId2"/>
          <a:stretch>
            <a:fillRect/>
          </a:stretch>
        </p:blipFill>
        <p:spPr>
          <a:xfrm>
            <a:off x="222819" y="194307"/>
            <a:ext cx="9323732" cy="5754075"/>
          </a:xfrm>
          <a:prstGeom prst="rect">
            <a:avLst/>
          </a:prstGeom>
        </p:spPr>
      </p:pic>
      <p:sp>
        <p:nvSpPr>
          <p:cNvPr id="3" name="Rectangle: Rounded Corners 2">
            <a:extLst>
              <a:ext uri="{FF2B5EF4-FFF2-40B4-BE49-F238E27FC236}">
                <a16:creationId xmlns:a16="http://schemas.microsoft.com/office/drawing/2014/main" id="{76E95657-C4B3-2495-73C2-E18B1344D4E6}"/>
              </a:ext>
            </a:extLst>
          </p:cNvPr>
          <p:cNvSpPr/>
          <p:nvPr/>
        </p:nvSpPr>
        <p:spPr>
          <a:xfrm>
            <a:off x="9585434" y="144049"/>
            <a:ext cx="2383747" cy="65636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PCA Analysis: </a:t>
            </a:r>
          </a:p>
          <a:p>
            <a:pPr algn="ctr"/>
            <a:endParaRPr lang="en-US" dirty="0"/>
          </a:p>
          <a:p>
            <a:pPr algn="ctr"/>
            <a:r>
              <a:rPr lang="en-US" sz="1400" dirty="0"/>
              <a:t>PCA1 contributes to 30.97% of the variance; PCA2 contributes to 19.15% of the variance – overall half of variance (50.12%)</a:t>
            </a:r>
          </a:p>
          <a:p>
            <a:pPr algn="ctr"/>
            <a:endParaRPr lang="en-US" sz="1400" dirty="0"/>
          </a:p>
          <a:p>
            <a:pPr algn="ctr"/>
            <a:r>
              <a:rPr lang="en-US" sz="1400" dirty="0"/>
              <a:t>Since working off a distance matrix, specific features aren’t represented (genes, amino acids, etc.)</a:t>
            </a:r>
          </a:p>
          <a:p>
            <a:pPr algn="ctr"/>
            <a:endParaRPr lang="en-US" sz="1400" dirty="0"/>
          </a:p>
          <a:p>
            <a:pPr algn="ctr"/>
            <a:r>
              <a:rPr lang="en-US" sz="1400" dirty="0"/>
              <a:t>Possible interpretations of PC1/2: domain, environmental category, overall sequence length</a:t>
            </a:r>
          </a:p>
          <a:p>
            <a:pPr algn="ctr"/>
            <a:endParaRPr lang="en-US" sz="1400" dirty="0"/>
          </a:p>
          <a:p>
            <a:pPr algn="ctr"/>
            <a:r>
              <a:rPr lang="en-US" sz="1400" dirty="0"/>
              <a:t>Can provide insight by seeing where clusters occur and which sequences are at extremes of each principal component</a:t>
            </a:r>
          </a:p>
          <a:p>
            <a:pPr algn="ctr"/>
            <a:endParaRPr lang="en-US" sz="1400" dirty="0"/>
          </a:p>
          <a:p>
            <a:pPr algn="ctr"/>
            <a:r>
              <a:rPr lang="en-US" sz="1400" dirty="0"/>
              <a:t>Can analyze extremes for further insight</a:t>
            </a:r>
            <a:endParaRPr lang="en-US" dirty="0"/>
          </a:p>
        </p:txBody>
      </p:sp>
      <p:sp>
        <p:nvSpPr>
          <p:cNvPr id="4" name="Oval 3">
            <a:extLst>
              <a:ext uri="{FF2B5EF4-FFF2-40B4-BE49-F238E27FC236}">
                <a16:creationId xmlns:a16="http://schemas.microsoft.com/office/drawing/2014/main" id="{AE0F96F8-9A81-BC92-67F8-9853BF7ECAA7}"/>
              </a:ext>
            </a:extLst>
          </p:cNvPr>
          <p:cNvSpPr/>
          <p:nvPr/>
        </p:nvSpPr>
        <p:spPr>
          <a:xfrm>
            <a:off x="870256" y="1248081"/>
            <a:ext cx="927013" cy="737826"/>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5">
            <a:extLst>
              <a:ext uri="{FF2B5EF4-FFF2-40B4-BE49-F238E27FC236}">
                <a16:creationId xmlns:a16="http://schemas.microsoft.com/office/drawing/2014/main" id="{09D75370-3BB2-3A8F-83CC-E911BAACDAE3}"/>
              </a:ext>
            </a:extLst>
          </p:cNvPr>
          <p:cNvSpPr/>
          <p:nvPr/>
        </p:nvSpPr>
        <p:spPr>
          <a:xfrm>
            <a:off x="870256" y="2472033"/>
            <a:ext cx="2282847" cy="59304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Cluster of thermophiles from class </a:t>
            </a:r>
            <a:r>
              <a:rPr lang="en-US" sz="1200" dirty="0" err="1"/>
              <a:t>Thermcocci</a:t>
            </a:r>
            <a:endParaRPr lang="en-US" sz="1200" dirty="0"/>
          </a:p>
        </p:txBody>
      </p:sp>
      <p:sp>
        <p:nvSpPr>
          <p:cNvPr id="8" name="Rectangle: Rounded Corners 7">
            <a:extLst>
              <a:ext uri="{FF2B5EF4-FFF2-40B4-BE49-F238E27FC236}">
                <a16:creationId xmlns:a16="http://schemas.microsoft.com/office/drawing/2014/main" id="{5DD28BA7-9A91-CBAA-2CD4-63B0A4DC67EC}"/>
              </a:ext>
            </a:extLst>
          </p:cNvPr>
          <p:cNvSpPr/>
          <p:nvPr/>
        </p:nvSpPr>
        <p:spPr>
          <a:xfrm>
            <a:off x="2188253" y="5955739"/>
            <a:ext cx="5278296" cy="5549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ym typeface="Wingdings" panose="05000000000000000000" pitchFamily="2" charset="2"/>
              </a:rPr>
              <a:t> Prokaryotes || Eukaryotes  </a:t>
            </a:r>
            <a:endParaRPr lang="en-US" dirty="0"/>
          </a:p>
        </p:txBody>
      </p:sp>
      <p:sp>
        <p:nvSpPr>
          <p:cNvPr id="9" name="Oval 8">
            <a:extLst>
              <a:ext uri="{FF2B5EF4-FFF2-40B4-BE49-F238E27FC236}">
                <a16:creationId xmlns:a16="http://schemas.microsoft.com/office/drawing/2014/main" id="{107A2CD0-2D88-DD3A-6C05-187CF08CC2D2}"/>
              </a:ext>
            </a:extLst>
          </p:cNvPr>
          <p:cNvSpPr/>
          <p:nvPr/>
        </p:nvSpPr>
        <p:spPr>
          <a:xfrm>
            <a:off x="6248400" y="2613922"/>
            <a:ext cx="2205070" cy="1107288"/>
          </a:xfrm>
          <a:prstGeom prst="ellipse">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7070C063-BF60-536F-BA99-078EDAF44782}"/>
              </a:ext>
            </a:extLst>
          </p:cNvPr>
          <p:cNvSpPr/>
          <p:nvPr/>
        </p:nvSpPr>
        <p:spPr>
          <a:xfrm>
            <a:off x="3487990" y="2849102"/>
            <a:ext cx="2575034" cy="63692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Cluster of plants (trees or flowering plants)</a:t>
            </a:r>
          </a:p>
        </p:txBody>
      </p:sp>
      <p:sp>
        <p:nvSpPr>
          <p:cNvPr id="11" name="AutoShape 2">
            <a:extLst>
              <a:ext uri="{FF2B5EF4-FFF2-40B4-BE49-F238E27FC236}">
                <a16:creationId xmlns:a16="http://schemas.microsoft.com/office/drawing/2014/main" id="{09165CEA-D3B5-2582-C155-C78B5F32AA5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Oval 1">
            <a:extLst>
              <a:ext uri="{FF2B5EF4-FFF2-40B4-BE49-F238E27FC236}">
                <a16:creationId xmlns:a16="http://schemas.microsoft.com/office/drawing/2014/main" id="{F5F3A1E2-81D7-A525-E2D5-D18F38F6DC73}"/>
              </a:ext>
            </a:extLst>
          </p:cNvPr>
          <p:cNvSpPr/>
          <p:nvPr/>
        </p:nvSpPr>
        <p:spPr>
          <a:xfrm>
            <a:off x="7245818" y="649012"/>
            <a:ext cx="2205070" cy="920663"/>
          </a:xfrm>
          <a:prstGeom prst="ellipse">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64DD0196-4CA0-C331-02BA-CDC20D9B5B01}"/>
              </a:ext>
            </a:extLst>
          </p:cNvPr>
          <p:cNvSpPr/>
          <p:nvPr/>
        </p:nvSpPr>
        <p:spPr>
          <a:xfrm>
            <a:off x="6875854" y="1616994"/>
            <a:ext cx="2575034" cy="63692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Longer C-terminus</a:t>
            </a:r>
          </a:p>
        </p:txBody>
      </p:sp>
      <p:sp>
        <p:nvSpPr>
          <p:cNvPr id="7" name="Star: 5 Points 6">
            <a:extLst>
              <a:ext uri="{FF2B5EF4-FFF2-40B4-BE49-F238E27FC236}">
                <a16:creationId xmlns:a16="http://schemas.microsoft.com/office/drawing/2014/main" id="{9589BAE8-FECE-D3E3-A5A8-9250D76CA359}"/>
              </a:ext>
            </a:extLst>
          </p:cNvPr>
          <p:cNvSpPr/>
          <p:nvPr/>
        </p:nvSpPr>
        <p:spPr>
          <a:xfrm>
            <a:off x="8453470" y="652835"/>
            <a:ext cx="432148" cy="256783"/>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tar: 5 Points 12">
            <a:extLst>
              <a:ext uri="{FF2B5EF4-FFF2-40B4-BE49-F238E27FC236}">
                <a16:creationId xmlns:a16="http://schemas.microsoft.com/office/drawing/2014/main" id="{62B55782-694A-FA02-6D33-2E7281E3F6F7}"/>
              </a:ext>
            </a:extLst>
          </p:cNvPr>
          <p:cNvSpPr/>
          <p:nvPr/>
        </p:nvSpPr>
        <p:spPr>
          <a:xfrm>
            <a:off x="9048457" y="3592818"/>
            <a:ext cx="432148" cy="256783"/>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tar: 5 Points 13">
            <a:extLst>
              <a:ext uri="{FF2B5EF4-FFF2-40B4-BE49-F238E27FC236}">
                <a16:creationId xmlns:a16="http://schemas.microsoft.com/office/drawing/2014/main" id="{80370E9C-D61E-52A1-78E3-E376B4412FC8}"/>
              </a:ext>
            </a:extLst>
          </p:cNvPr>
          <p:cNvSpPr/>
          <p:nvPr/>
        </p:nvSpPr>
        <p:spPr>
          <a:xfrm>
            <a:off x="4827401" y="4957613"/>
            <a:ext cx="432148" cy="256783"/>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739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9" grpId="0" animBg="1"/>
      <p:bldP spid="10" grpId="0" animBg="1"/>
      <p:bldP spid="2" grpId="0" animBg="1"/>
      <p:bldP spid="5" grpId="0" animBg="1"/>
      <p:bldP spid="7" grpId="0" animBg="1"/>
      <p:bldP spid="13"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1698B9-B870-1125-1376-8D38065E1074}"/>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960F957A-95A5-C588-2F98-F442C298326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2FA5424F-502C-B250-80FD-BE32B54F37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C1085B-6520-7D6C-C78A-6398B562F3AB}"/>
              </a:ext>
            </a:extLst>
          </p:cNvPr>
          <p:cNvSpPr>
            <a:spLocks noGrp="1"/>
          </p:cNvSpPr>
          <p:nvPr>
            <p:ph type="title"/>
          </p:nvPr>
        </p:nvSpPr>
        <p:spPr>
          <a:xfrm>
            <a:off x="2046965" y="4406852"/>
            <a:ext cx="8098069" cy="1050125"/>
          </a:xfrm>
        </p:spPr>
        <p:txBody>
          <a:bodyPr vert="horz" lIns="91440" tIns="45720" rIns="91440" bIns="45720" rtlCol="0" anchor="b">
            <a:noAutofit/>
          </a:bodyPr>
          <a:lstStyle/>
          <a:p>
            <a:pPr algn="ctr">
              <a:lnSpc>
                <a:spcPct val="90000"/>
              </a:lnSpc>
            </a:pPr>
            <a:r>
              <a:rPr lang="en-US" sz="3000" dirty="0"/>
              <a:t>Phylogenetic Tree Generation</a:t>
            </a:r>
          </a:p>
        </p:txBody>
      </p:sp>
      <p:cxnSp>
        <p:nvCxnSpPr>
          <p:cNvPr id="14" name="Straight Connector 13">
            <a:extLst>
              <a:ext uri="{FF2B5EF4-FFF2-40B4-BE49-F238E27FC236}">
                <a16:creationId xmlns:a16="http://schemas.microsoft.com/office/drawing/2014/main" id="{8B5B0D80-AF36-366B-DE9F-935544E6EA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1680" y="5662526"/>
            <a:ext cx="54864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4" name="Graphic 3" descr="Tree With Roots outline">
            <a:extLst>
              <a:ext uri="{FF2B5EF4-FFF2-40B4-BE49-F238E27FC236}">
                <a16:creationId xmlns:a16="http://schemas.microsoft.com/office/drawing/2014/main" id="{D501ACAB-A47A-1356-0D8C-5173A8ADB2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66366" y="163060"/>
            <a:ext cx="4576176" cy="4576176"/>
          </a:xfrm>
          <a:prstGeom prst="rect">
            <a:avLst/>
          </a:prstGeom>
        </p:spPr>
      </p:pic>
      <p:sp>
        <p:nvSpPr>
          <p:cNvPr id="5" name="Title 1">
            <a:extLst>
              <a:ext uri="{FF2B5EF4-FFF2-40B4-BE49-F238E27FC236}">
                <a16:creationId xmlns:a16="http://schemas.microsoft.com/office/drawing/2014/main" id="{EE6CE62D-BAC5-A004-6F6E-CB4F9680272E}"/>
              </a:ext>
            </a:extLst>
          </p:cNvPr>
          <p:cNvSpPr txBox="1">
            <a:spLocks/>
          </p:cNvSpPr>
          <p:nvPr/>
        </p:nvSpPr>
        <p:spPr>
          <a:xfrm>
            <a:off x="2121776" y="5812588"/>
            <a:ext cx="8098069" cy="319328"/>
          </a:xfrm>
          <a:prstGeom prst="rect">
            <a:avLst/>
          </a:prstGeom>
        </p:spPr>
        <p:txBody>
          <a:bodyPr vert="horz" lIns="91440" tIns="45720" rIns="91440" bIns="45720" rtlCol="0" anchor="b">
            <a:noAutofit/>
          </a:bodyPr>
          <a:lstStyle>
            <a:lvl1pPr algn="l" defTabSz="914400" rtl="0" eaLnBrk="1" latinLnBrk="0" hangingPunct="1">
              <a:lnSpc>
                <a:spcPct val="100000"/>
              </a:lnSpc>
              <a:spcBef>
                <a:spcPct val="0"/>
              </a:spcBef>
              <a:buNone/>
              <a:defRPr sz="5400" b="1" kern="1200">
                <a:solidFill>
                  <a:schemeClr val="tx1"/>
                </a:solidFill>
                <a:latin typeface="+mj-lt"/>
                <a:ea typeface="+mj-ea"/>
                <a:cs typeface="+mj-cs"/>
              </a:defRPr>
            </a:lvl1pPr>
          </a:lstStyle>
          <a:p>
            <a:pPr algn="ctr">
              <a:lnSpc>
                <a:spcPct val="90000"/>
              </a:lnSpc>
            </a:pPr>
            <a:r>
              <a:rPr lang="en-US" sz="1800" b="0" dirty="0">
                <a:latin typeface="+mn-lt"/>
              </a:rPr>
              <a:t>AMINO ACID LEVEL ANALYSIS</a:t>
            </a:r>
          </a:p>
        </p:txBody>
      </p:sp>
    </p:spTree>
    <p:extLst>
      <p:ext uri="{BB962C8B-B14F-4D97-AF65-F5344CB8AC3E}">
        <p14:creationId xmlns:p14="http://schemas.microsoft.com/office/powerpoint/2010/main" val="1011180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45FBF-4F70-CE3F-3C97-AD64CE0D909C}"/>
              </a:ext>
            </a:extLst>
          </p:cNvPr>
          <p:cNvSpPr>
            <a:spLocks noGrp="1"/>
          </p:cNvSpPr>
          <p:nvPr>
            <p:ph type="title"/>
          </p:nvPr>
        </p:nvSpPr>
        <p:spPr>
          <a:xfrm>
            <a:off x="640079" y="194154"/>
            <a:ext cx="10890929" cy="1097280"/>
          </a:xfrm>
        </p:spPr>
        <p:txBody>
          <a:bodyPr/>
          <a:lstStyle/>
          <a:p>
            <a:r>
              <a:rPr lang="en-US" dirty="0"/>
              <a:t>Phylogenetic Tree Generation &amp; Bootstrapping</a:t>
            </a:r>
          </a:p>
        </p:txBody>
      </p:sp>
      <p:sp>
        <p:nvSpPr>
          <p:cNvPr id="3" name="Content Placeholder 2">
            <a:extLst>
              <a:ext uri="{FF2B5EF4-FFF2-40B4-BE49-F238E27FC236}">
                <a16:creationId xmlns:a16="http://schemas.microsoft.com/office/drawing/2014/main" id="{0B4D2F4F-6349-8F9A-0536-F29D5204291F}"/>
              </a:ext>
            </a:extLst>
          </p:cNvPr>
          <p:cNvSpPr>
            <a:spLocks noGrp="1"/>
          </p:cNvSpPr>
          <p:nvPr>
            <p:ph idx="1"/>
          </p:nvPr>
        </p:nvSpPr>
        <p:spPr>
          <a:xfrm>
            <a:off x="640080" y="1844702"/>
            <a:ext cx="10890928" cy="4354929"/>
          </a:xfrm>
        </p:spPr>
        <p:txBody>
          <a:bodyPr>
            <a:normAutofit fontScale="77500" lnSpcReduction="20000"/>
          </a:bodyPr>
          <a:lstStyle/>
          <a:p>
            <a:r>
              <a:rPr lang="en-US" dirty="0"/>
              <a:t>Generate and plot phylogenetic tree based on the created distance matrix using UPGMA method</a:t>
            </a:r>
          </a:p>
          <a:p>
            <a:pPr lvl="1"/>
            <a:r>
              <a:rPr lang="en-US" dirty="0"/>
              <a:t>While could introduce errors since organisms can evolve at different rates, effective method for creating a tree based on distance and can help explore the possibility of application of molecular clock hypothesis</a:t>
            </a:r>
          </a:p>
          <a:p>
            <a:pPr lvl="1"/>
            <a:r>
              <a:rPr lang="en-US" dirty="0"/>
              <a:t>Future work can attempt model or character-based techniques</a:t>
            </a:r>
          </a:p>
          <a:p>
            <a:r>
              <a:rPr lang="en-US" dirty="0"/>
              <a:t>Generates reasonable tree, following known taxonomy</a:t>
            </a:r>
          </a:p>
          <a:p>
            <a:pPr lvl="1"/>
            <a:r>
              <a:rPr lang="en-US" dirty="0"/>
              <a:t>Prokaryotes separated at bottom could be due to faster evolutionary rate</a:t>
            </a:r>
          </a:p>
          <a:p>
            <a:r>
              <a:rPr lang="en-US" dirty="0"/>
              <a:t>Run the bootstrap method 100 times on the initial phylogenetic tree with the distance matrix by calling </a:t>
            </a:r>
            <a:r>
              <a:rPr lang="en-US" dirty="0" err="1"/>
              <a:t>boot.phylo</a:t>
            </a:r>
            <a:r>
              <a:rPr lang="en-US" dirty="0"/>
              <a:t>. Using the bootstrap values, call consensus to build the consensus tree, where branches must be included in at least 39% of trees. Plot the tree with the confidence values. </a:t>
            </a:r>
          </a:p>
          <a:p>
            <a:pPr lvl="1"/>
            <a:r>
              <a:rPr lang="en-US" dirty="0"/>
              <a:t>Generally supports the initial tree, but most prokaryotic clades were removed due to low confidence values – noise introduced (gaps, tails) or issue with the method used</a:t>
            </a:r>
          </a:p>
          <a:p>
            <a:pPr lvl="1"/>
            <a:r>
              <a:rPr lang="en-US" dirty="0"/>
              <a:t>39% confidence is a low threshold for an actual analysis, but relatively high for visualization purposes here – 39% was the lowest to be able to perform a properly-structured tree</a:t>
            </a:r>
          </a:p>
          <a:p>
            <a:r>
              <a:rPr lang="en-US" dirty="0"/>
              <a:t>Ran same process on tree with neighbor-joining method and threshold of 45%</a:t>
            </a:r>
          </a:p>
          <a:p>
            <a:pPr lvl="1"/>
            <a:r>
              <a:rPr lang="en-US" dirty="0"/>
              <a:t>Might introduce error due to questionable additivity of distances</a:t>
            </a:r>
          </a:p>
          <a:p>
            <a:endParaRPr lang="en-US" dirty="0"/>
          </a:p>
          <a:p>
            <a:pPr lvl="1"/>
            <a:endParaRPr lang="en-US" dirty="0"/>
          </a:p>
        </p:txBody>
      </p:sp>
      <p:sp>
        <p:nvSpPr>
          <p:cNvPr id="4" name="Title 1">
            <a:extLst>
              <a:ext uri="{FF2B5EF4-FFF2-40B4-BE49-F238E27FC236}">
                <a16:creationId xmlns:a16="http://schemas.microsoft.com/office/drawing/2014/main" id="{C6AAD6CD-1914-8320-5F02-DAF62707E6FD}"/>
              </a:ext>
            </a:extLst>
          </p:cNvPr>
          <p:cNvSpPr txBox="1">
            <a:spLocks/>
          </p:cNvSpPr>
          <p:nvPr/>
        </p:nvSpPr>
        <p:spPr>
          <a:xfrm>
            <a:off x="640078" y="1090558"/>
            <a:ext cx="10890929" cy="401751"/>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a:lstStyle>
          <a:p>
            <a:r>
              <a:rPr lang="en-US" sz="1800" i="1" dirty="0"/>
              <a:t>R Packages: ape, </a:t>
            </a:r>
            <a:r>
              <a:rPr lang="en-US" sz="1800" i="1" dirty="0" err="1"/>
              <a:t>phangorn</a:t>
            </a:r>
            <a:endParaRPr lang="en-US" sz="1800" i="1" dirty="0"/>
          </a:p>
        </p:txBody>
      </p:sp>
    </p:spTree>
    <p:extLst>
      <p:ext uri="{BB962C8B-B14F-4D97-AF65-F5344CB8AC3E}">
        <p14:creationId xmlns:p14="http://schemas.microsoft.com/office/powerpoint/2010/main" val="32273996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4FC514-5F6B-2AA4-03F9-03E0CDB4BC2E}"/>
              </a:ext>
            </a:extLst>
          </p:cNvPr>
          <p:cNvPicPr>
            <a:picLocks noGrp="1" noRot="1" noChangeAspect="1" noMove="1" noResize="1" noEditPoints="1" noAdjustHandles="1" noChangeArrowheads="1" noChangeShapeType="1" noCrop="1"/>
          </p:cNvPicPr>
          <p:nvPr/>
        </p:nvPicPr>
        <p:blipFill>
          <a:blip r:embed="rId2"/>
          <a:srcRect l="7519" r="16701" b="6849"/>
          <a:stretch/>
        </p:blipFill>
        <p:spPr>
          <a:xfrm>
            <a:off x="114820" y="104672"/>
            <a:ext cx="7782839" cy="6648655"/>
          </a:xfrm>
          <a:prstGeom prst="rect">
            <a:avLst/>
          </a:prstGeom>
        </p:spPr>
      </p:pic>
      <p:sp>
        <p:nvSpPr>
          <p:cNvPr id="6" name="Right Bracket 5">
            <a:extLst>
              <a:ext uri="{FF2B5EF4-FFF2-40B4-BE49-F238E27FC236}">
                <a16:creationId xmlns:a16="http://schemas.microsoft.com/office/drawing/2014/main" id="{6781A751-B0F1-C39C-CB55-F70732D15753}"/>
              </a:ext>
            </a:extLst>
          </p:cNvPr>
          <p:cNvSpPr/>
          <p:nvPr/>
        </p:nvSpPr>
        <p:spPr>
          <a:xfrm>
            <a:off x="5176765" y="852813"/>
            <a:ext cx="670524" cy="967635"/>
          </a:xfrm>
          <a:prstGeom prst="rightBracket">
            <a:avLst/>
          </a:prstGeom>
          <a:ln w="381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Right Bracket 6">
            <a:extLst>
              <a:ext uri="{FF2B5EF4-FFF2-40B4-BE49-F238E27FC236}">
                <a16:creationId xmlns:a16="http://schemas.microsoft.com/office/drawing/2014/main" id="{B25D9F08-755E-799D-8E7A-1A98BA38C802}"/>
              </a:ext>
            </a:extLst>
          </p:cNvPr>
          <p:cNvSpPr/>
          <p:nvPr/>
        </p:nvSpPr>
        <p:spPr>
          <a:xfrm>
            <a:off x="5863508" y="5987296"/>
            <a:ext cx="670524" cy="578285"/>
          </a:xfrm>
          <a:prstGeom prst="rightBracket">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ight Bracket 7">
            <a:extLst>
              <a:ext uri="{FF2B5EF4-FFF2-40B4-BE49-F238E27FC236}">
                <a16:creationId xmlns:a16="http://schemas.microsoft.com/office/drawing/2014/main" id="{1076163D-3529-082C-AF90-AC79542AC210}"/>
              </a:ext>
            </a:extLst>
          </p:cNvPr>
          <p:cNvSpPr/>
          <p:nvPr/>
        </p:nvSpPr>
        <p:spPr>
          <a:xfrm>
            <a:off x="5863508" y="3303440"/>
            <a:ext cx="670524" cy="2636729"/>
          </a:xfrm>
          <a:prstGeom prst="rightBracket">
            <a:avLst/>
          </a:prstGeom>
          <a:ln w="381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ectangle 11">
            <a:extLst>
              <a:ext uri="{FF2B5EF4-FFF2-40B4-BE49-F238E27FC236}">
                <a16:creationId xmlns:a16="http://schemas.microsoft.com/office/drawing/2014/main" id="{7E586E02-C01E-C439-C9E3-5CA794A66597}"/>
              </a:ext>
            </a:extLst>
          </p:cNvPr>
          <p:cNvSpPr/>
          <p:nvPr/>
        </p:nvSpPr>
        <p:spPr>
          <a:xfrm>
            <a:off x="8344423" y="571501"/>
            <a:ext cx="3436307" cy="695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Prokaryotic</a:t>
            </a:r>
          </a:p>
        </p:txBody>
      </p:sp>
      <p:sp>
        <p:nvSpPr>
          <p:cNvPr id="13" name="Right Bracket 12">
            <a:extLst>
              <a:ext uri="{FF2B5EF4-FFF2-40B4-BE49-F238E27FC236}">
                <a16:creationId xmlns:a16="http://schemas.microsoft.com/office/drawing/2014/main" id="{5A5C2F76-DEBF-2947-73B2-8F65F95949E1}"/>
              </a:ext>
            </a:extLst>
          </p:cNvPr>
          <p:cNvSpPr/>
          <p:nvPr/>
        </p:nvSpPr>
        <p:spPr>
          <a:xfrm>
            <a:off x="5843495" y="799057"/>
            <a:ext cx="670524" cy="2326709"/>
          </a:xfrm>
          <a:prstGeom prst="rightBracket">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D4779D7-7383-8EF5-33D6-77EE41FCEFB1}"/>
              </a:ext>
            </a:extLst>
          </p:cNvPr>
          <p:cNvSpPr/>
          <p:nvPr/>
        </p:nvSpPr>
        <p:spPr>
          <a:xfrm>
            <a:off x="8344423" y="1520346"/>
            <a:ext cx="3436307" cy="69519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Class: </a:t>
            </a:r>
            <a:r>
              <a:rPr lang="en-US" dirty="0" err="1"/>
              <a:t>Thermococci</a:t>
            </a:r>
            <a:endParaRPr lang="en-US" dirty="0"/>
          </a:p>
        </p:txBody>
      </p:sp>
      <p:sp>
        <p:nvSpPr>
          <p:cNvPr id="15" name="Right Bracket 14">
            <a:extLst>
              <a:ext uri="{FF2B5EF4-FFF2-40B4-BE49-F238E27FC236}">
                <a16:creationId xmlns:a16="http://schemas.microsoft.com/office/drawing/2014/main" id="{1BF959C3-B0E5-EF11-CFC2-B8FF4DF537C8}"/>
              </a:ext>
            </a:extLst>
          </p:cNvPr>
          <p:cNvSpPr/>
          <p:nvPr/>
        </p:nvSpPr>
        <p:spPr>
          <a:xfrm>
            <a:off x="5192984" y="2122409"/>
            <a:ext cx="670524" cy="298536"/>
          </a:xfrm>
          <a:prstGeom prst="rightBracket">
            <a:avLst/>
          </a:prstGeom>
          <a:ln w="3810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AA5C27DF-74ED-6B8B-9B26-FAA13F35E4B9}"/>
              </a:ext>
            </a:extLst>
          </p:cNvPr>
          <p:cNvSpPr/>
          <p:nvPr/>
        </p:nvSpPr>
        <p:spPr>
          <a:xfrm>
            <a:off x="8344423" y="2467627"/>
            <a:ext cx="3436307" cy="69519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Class: </a:t>
            </a:r>
            <a:r>
              <a:rPr lang="en-US" dirty="0" err="1"/>
              <a:t>Thermoprotei</a:t>
            </a:r>
            <a:endParaRPr lang="en-US" dirty="0"/>
          </a:p>
        </p:txBody>
      </p:sp>
      <p:sp>
        <p:nvSpPr>
          <p:cNvPr id="17" name="Right Bracket 16">
            <a:extLst>
              <a:ext uri="{FF2B5EF4-FFF2-40B4-BE49-F238E27FC236}">
                <a16:creationId xmlns:a16="http://schemas.microsoft.com/office/drawing/2014/main" id="{CDA89E0A-5CB4-BEA4-62F4-76C8872B1B4E}"/>
              </a:ext>
            </a:extLst>
          </p:cNvPr>
          <p:cNvSpPr/>
          <p:nvPr/>
        </p:nvSpPr>
        <p:spPr>
          <a:xfrm>
            <a:off x="5194516" y="2918455"/>
            <a:ext cx="670524" cy="148224"/>
          </a:xfrm>
          <a:prstGeom prst="rightBracket">
            <a:avLst/>
          </a:prstGeom>
          <a:ln w="3810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6B743AD-D891-4504-50B8-010DA50E943E}"/>
              </a:ext>
            </a:extLst>
          </p:cNvPr>
          <p:cNvSpPr/>
          <p:nvPr/>
        </p:nvSpPr>
        <p:spPr>
          <a:xfrm>
            <a:off x="8344422" y="3303440"/>
            <a:ext cx="3436307" cy="69519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Eukaryotic</a:t>
            </a:r>
          </a:p>
        </p:txBody>
      </p:sp>
      <p:sp>
        <p:nvSpPr>
          <p:cNvPr id="19" name="Right Bracket 18">
            <a:extLst>
              <a:ext uri="{FF2B5EF4-FFF2-40B4-BE49-F238E27FC236}">
                <a16:creationId xmlns:a16="http://schemas.microsoft.com/office/drawing/2014/main" id="{C6F8D175-B712-F764-DC2B-4CBB401B140A}"/>
              </a:ext>
            </a:extLst>
          </p:cNvPr>
          <p:cNvSpPr/>
          <p:nvPr/>
        </p:nvSpPr>
        <p:spPr>
          <a:xfrm>
            <a:off x="5081482" y="6077500"/>
            <a:ext cx="670524" cy="533400"/>
          </a:xfrm>
          <a:prstGeom prst="rightBracket">
            <a:avLst/>
          </a:prstGeom>
          <a:ln w="3810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0" name="Right Bracket 19">
            <a:extLst>
              <a:ext uri="{FF2B5EF4-FFF2-40B4-BE49-F238E27FC236}">
                <a16:creationId xmlns:a16="http://schemas.microsoft.com/office/drawing/2014/main" id="{772540C6-ADD1-E35E-0D54-AC13E6F9E487}"/>
              </a:ext>
            </a:extLst>
          </p:cNvPr>
          <p:cNvSpPr/>
          <p:nvPr/>
        </p:nvSpPr>
        <p:spPr>
          <a:xfrm>
            <a:off x="5301478" y="3359066"/>
            <a:ext cx="670524" cy="780187"/>
          </a:xfrm>
          <a:prstGeom prst="rightBracket">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BE0DAB40-BA46-FC00-FE38-C34284AB5CA4}"/>
              </a:ext>
            </a:extLst>
          </p:cNvPr>
          <p:cNvSpPr/>
          <p:nvPr/>
        </p:nvSpPr>
        <p:spPr>
          <a:xfrm>
            <a:off x="8344422" y="4139253"/>
            <a:ext cx="3436307" cy="695194"/>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Class: </a:t>
            </a:r>
            <a:r>
              <a:rPr lang="en-US" dirty="0" err="1"/>
              <a:t>Glomeromycetes</a:t>
            </a:r>
            <a:r>
              <a:rPr lang="en-US" dirty="0"/>
              <a:t> </a:t>
            </a:r>
          </a:p>
        </p:txBody>
      </p:sp>
      <p:sp>
        <p:nvSpPr>
          <p:cNvPr id="22" name="Right Bracket 21">
            <a:extLst>
              <a:ext uri="{FF2B5EF4-FFF2-40B4-BE49-F238E27FC236}">
                <a16:creationId xmlns:a16="http://schemas.microsoft.com/office/drawing/2014/main" id="{2AF70639-E3CA-3B17-84D8-F7EB6DACDF9B}"/>
              </a:ext>
            </a:extLst>
          </p:cNvPr>
          <p:cNvSpPr/>
          <p:nvPr/>
        </p:nvSpPr>
        <p:spPr>
          <a:xfrm>
            <a:off x="5256844" y="4246937"/>
            <a:ext cx="670524" cy="465550"/>
          </a:xfrm>
          <a:prstGeom prst="rightBracket">
            <a:avLst/>
          </a:prstGeom>
          <a:ln w="381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4D40348-EE51-FD37-6155-A2F655942074}"/>
              </a:ext>
            </a:extLst>
          </p:cNvPr>
          <p:cNvSpPr/>
          <p:nvPr/>
        </p:nvSpPr>
        <p:spPr>
          <a:xfrm>
            <a:off x="8344422" y="4990057"/>
            <a:ext cx="3436307" cy="69519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Class: </a:t>
            </a:r>
            <a:r>
              <a:rPr lang="en-US" dirty="0" err="1"/>
              <a:t>Mortierellomycetes</a:t>
            </a:r>
            <a:r>
              <a:rPr lang="en-US" dirty="0"/>
              <a:t> </a:t>
            </a:r>
          </a:p>
        </p:txBody>
      </p:sp>
      <p:sp>
        <p:nvSpPr>
          <p:cNvPr id="24" name="Right Bracket 23">
            <a:extLst>
              <a:ext uri="{FF2B5EF4-FFF2-40B4-BE49-F238E27FC236}">
                <a16:creationId xmlns:a16="http://schemas.microsoft.com/office/drawing/2014/main" id="{363A7701-7865-EA4C-82C2-DDF797DCDC05}"/>
              </a:ext>
            </a:extLst>
          </p:cNvPr>
          <p:cNvSpPr/>
          <p:nvPr/>
        </p:nvSpPr>
        <p:spPr>
          <a:xfrm>
            <a:off x="5192984" y="4820171"/>
            <a:ext cx="670524" cy="1114902"/>
          </a:xfrm>
          <a:prstGeom prst="rightBracket">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83D2805C-B7C5-17AA-7C6D-73DFBB580337}"/>
              </a:ext>
            </a:extLst>
          </p:cNvPr>
          <p:cNvSpPr/>
          <p:nvPr/>
        </p:nvSpPr>
        <p:spPr>
          <a:xfrm>
            <a:off x="8344422" y="5842349"/>
            <a:ext cx="3436307" cy="695194"/>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Class: Magnoliopsida </a:t>
            </a:r>
          </a:p>
        </p:txBody>
      </p:sp>
    </p:spTree>
    <p:extLst>
      <p:ext uri="{BB962C8B-B14F-4D97-AF65-F5344CB8AC3E}">
        <p14:creationId xmlns:p14="http://schemas.microsoft.com/office/powerpoint/2010/main" val="3466448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7A5D78E-A130-6C96-7E6C-CC6AFDC361FF}"/>
              </a:ext>
            </a:extLst>
          </p:cNvPr>
          <p:cNvPicPr>
            <a:picLocks noGrp="1" noRot="1" noChangeAspect="1" noMove="1" noResize="1" noEditPoints="1" noAdjustHandles="1" noChangeArrowheads="1" noChangeShapeType="1" noCrop="1"/>
          </p:cNvPicPr>
          <p:nvPr/>
        </p:nvPicPr>
        <p:blipFill>
          <a:blip r:embed="rId2"/>
          <a:srcRect l="6114" r="6394"/>
          <a:stretch/>
        </p:blipFill>
        <p:spPr>
          <a:xfrm>
            <a:off x="0" y="0"/>
            <a:ext cx="8013244" cy="6607479"/>
          </a:xfrm>
          <a:prstGeom prst="rect">
            <a:avLst/>
          </a:prstGeom>
        </p:spPr>
      </p:pic>
      <p:sp>
        <p:nvSpPr>
          <p:cNvPr id="6" name="Rectangle: Rounded Corners 5">
            <a:extLst>
              <a:ext uri="{FF2B5EF4-FFF2-40B4-BE49-F238E27FC236}">
                <a16:creationId xmlns:a16="http://schemas.microsoft.com/office/drawing/2014/main" id="{DF2B74E8-3F1D-84B5-BDE8-E41971874E3F}"/>
              </a:ext>
            </a:extLst>
          </p:cNvPr>
          <p:cNvSpPr/>
          <p:nvPr/>
        </p:nvSpPr>
        <p:spPr>
          <a:xfrm>
            <a:off x="8166970" y="164407"/>
            <a:ext cx="3739019" cy="64430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RESULTS:</a:t>
            </a:r>
          </a:p>
          <a:p>
            <a:pPr algn="ctr"/>
            <a:endParaRPr lang="en-US" sz="1600" dirty="0"/>
          </a:p>
          <a:p>
            <a:pPr algn="ctr"/>
            <a:r>
              <a:rPr lang="en-US" sz="1600" dirty="0"/>
              <a:t>Generally follows the branching logic and separation by domain indicated in initial tree</a:t>
            </a:r>
          </a:p>
          <a:p>
            <a:pPr algn="ctr"/>
            <a:endParaRPr lang="en-US" sz="1600" dirty="0"/>
          </a:p>
          <a:p>
            <a:pPr algn="ctr"/>
            <a:r>
              <a:rPr lang="en-US" sz="1600" dirty="0"/>
              <a:t>Interesting clade seen between two previously unconnected species from classes </a:t>
            </a:r>
            <a:r>
              <a:rPr lang="en-US" sz="1600" dirty="0" err="1"/>
              <a:t>Methanococci</a:t>
            </a:r>
            <a:r>
              <a:rPr lang="en-US" sz="1600" dirty="0"/>
              <a:t> and </a:t>
            </a:r>
            <a:r>
              <a:rPr lang="en-US" sz="1600" dirty="0" err="1"/>
              <a:t>Methanobacteria</a:t>
            </a:r>
            <a:r>
              <a:rPr lang="en-US" sz="1600" dirty="0"/>
              <a:t> - logical</a:t>
            </a:r>
          </a:p>
          <a:p>
            <a:pPr algn="ctr"/>
            <a:endParaRPr lang="en-US" sz="1600" dirty="0"/>
          </a:p>
          <a:p>
            <a:pPr algn="ctr"/>
            <a:r>
              <a:rPr lang="en-US" sz="1600" dirty="0"/>
              <a:t>Strong support for eukaryotic clades</a:t>
            </a:r>
          </a:p>
          <a:p>
            <a:pPr algn="ctr"/>
            <a:endParaRPr lang="en-US" sz="1600" dirty="0"/>
          </a:p>
          <a:p>
            <a:pPr algn="ctr"/>
            <a:r>
              <a:rPr lang="en-US" sz="1600" dirty="0"/>
              <a:t>Weaker support for prokaryotic clades caused them to disappear in consensus – interesting because higher identity</a:t>
            </a:r>
          </a:p>
          <a:p>
            <a:pPr algn="ctr"/>
            <a:endParaRPr lang="en-US" sz="1600" dirty="0"/>
          </a:p>
          <a:p>
            <a:pPr algn="ctr"/>
            <a:r>
              <a:rPr lang="en-US" sz="1600" dirty="0"/>
              <a:t>Interesting clade of </a:t>
            </a:r>
            <a:r>
              <a:rPr lang="en-US" sz="1600" dirty="0" err="1"/>
              <a:t>Thermoprotei</a:t>
            </a:r>
            <a:r>
              <a:rPr lang="en-US" sz="1600" dirty="0"/>
              <a:t>, </a:t>
            </a:r>
            <a:r>
              <a:rPr lang="en-US" sz="1600" dirty="0" err="1"/>
              <a:t>Methanomicrobia</a:t>
            </a:r>
            <a:r>
              <a:rPr lang="en-US" sz="1600" dirty="0"/>
              <a:t>, Magnoliopsida</a:t>
            </a:r>
          </a:p>
          <a:p>
            <a:pPr algn="ctr"/>
            <a:endParaRPr lang="en-US" sz="1600" dirty="0"/>
          </a:p>
          <a:p>
            <a:pPr algn="ctr"/>
            <a:r>
              <a:rPr lang="en-US" sz="1600" dirty="0"/>
              <a:t>Separated the two </a:t>
            </a:r>
            <a:r>
              <a:rPr lang="en-US" sz="1600" dirty="0" err="1"/>
              <a:t>Acaulospora</a:t>
            </a:r>
            <a:r>
              <a:rPr lang="en-US" sz="1600" dirty="0"/>
              <a:t> </a:t>
            </a:r>
            <a:r>
              <a:rPr lang="en-US" sz="1600" dirty="0" err="1"/>
              <a:t>colombiana</a:t>
            </a:r>
            <a:r>
              <a:rPr lang="en-US" sz="1600" dirty="0"/>
              <a:t> sequences</a:t>
            </a:r>
          </a:p>
          <a:p>
            <a:pPr algn="ctr"/>
            <a:endParaRPr lang="en-US" dirty="0"/>
          </a:p>
        </p:txBody>
      </p:sp>
      <p:sp>
        <p:nvSpPr>
          <p:cNvPr id="9" name="Oval 8">
            <a:extLst>
              <a:ext uri="{FF2B5EF4-FFF2-40B4-BE49-F238E27FC236}">
                <a16:creationId xmlns:a16="http://schemas.microsoft.com/office/drawing/2014/main" id="{38F2E5FD-EA69-234C-4217-0B0E3B4338B9}"/>
              </a:ext>
            </a:extLst>
          </p:cNvPr>
          <p:cNvSpPr/>
          <p:nvPr/>
        </p:nvSpPr>
        <p:spPr>
          <a:xfrm>
            <a:off x="3156559" y="3310003"/>
            <a:ext cx="3319398" cy="48538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7" name="Oval 6">
            <a:extLst>
              <a:ext uri="{FF2B5EF4-FFF2-40B4-BE49-F238E27FC236}">
                <a16:creationId xmlns:a16="http://schemas.microsoft.com/office/drawing/2014/main" id="{CA2A0AB0-2252-45C4-1726-BE8B7843A63D}"/>
              </a:ext>
            </a:extLst>
          </p:cNvPr>
          <p:cNvSpPr/>
          <p:nvPr/>
        </p:nvSpPr>
        <p:spPr>
          <a:xfrm>
            <a:off x="2582450" y="5549030"/>
            <a:ext cx="3513550" cy="1164921"/>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 name="Oval 9">
            <a:extLst>
              <a:ext uri="{FF2B5EF4-FFF2-40B4-BE49-F238E27FC236}">
                <a16:creationId xmlns:a16="http://schemas.microsoft.com/office/drawing/2014/main" id="{5A3A24CE-2258-699F-5F93-FA1F82CF29BB}"/>
              </a:ext>
            </a:extLst>
          </p:cNvPr>
          <p:cNvSpPr/>
          <p:nvPr/>
        </p:nvSpPr>
        <p:spPr>
          <a:xfrm>
            <a:off x="2977019" y="2046438"/>
            <a:ext cx="3319398" cy="859599"/>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 name="Rectangle 10">
            <a:extLst>
              <a:ext uri="{FF2B5EF4-FFF2-40B4-BE49-F238E27FC236}">
                <a16:creationId xmlns:a16="http://schemas.microsoft.com/office/drawing/2014/main" id="{272A4C5D-51A0-4801-30CB-12120BEB09FC}"/>
              </a:ext>
            </a:extLst>
          </p:cNvPr>
          <p:cNvSpPr/>
          <p:nvPr/>
        </p:nvSpPr>
        <p:spPr>
          <a:xfrm>
            <a:off x="3269293" y="2906037"/>
            <a:ext cx="2826707" cy="485384"/>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727E3A4-1D04-267B-6AD2-CB9CC38E063B}"/>
              </a:ext>
            </a:extLst>
          </p:cNvPr>
          <p:cNvSpPr/>
          <p:nvPr/>
        </p:nvSpPr>
        <p:spPr>
          <a:xfrm>
            <a:off x="3402904" y="4312083"/>
            <a:ext cx="2826707" cy="485384"/>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935F978-DCDA-C796-965C-8BFF1F007D05}"/>
              </a:ext>
            </a:extLst>
          </p:cNvPr>
          <p:cNvSpPr/>
          <p:nvPr/>
        </p:nvSpPr>
        <p:spPr>
          <a:xfrm>
            <a:off x="3346156" y="5146627"/>
            <a:ext cx="2826707" cy="485384"/>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4AB61EA-F2A9-FC1F-7BB3-469F1D043554}"/>
              </a:ext>
            </a:extLst>
          </p:cNvPr>
          <p:cNvSpPr/>
          <p:nvPr/>
        </p:nvSpPr>
        <p:spPr>
          <a:xfrm>
            <a:off x="2977019" y="6034414"/>
            <a:ext cx="2826707" cy="485384"/>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D93B14E-AD2D-CE95-7A11-DE10443FB340}"/>
              </a:ext>
            </a:extLst>
          </p:cNvPr>
          <p:cNvSpPr/>
          <p:nvPr/>
        </p:nvSpPr>
        <p:spPr>
          <a:xfrm>
            <a:off x="3269293" y="3727275"/>
            <a:ext cx="2826707" cy="485384"/>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20966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1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7" grpId="0" animBg="1"/>
      <p:bldP spid="7" grpId="1" animBg="1"/>
      <p:bldP spid="10" grpId="0" animBg="1"/>
      <p:bldP spid="10" grpId="1" animBg="1"/>
      <p:bldP spid="11" grpId="0" animBg="1"/>
      <p:bldP spid="12" grpId="0" animBg="1"/>
      <p:bldP spid="13" grpId="0" animBg="1"/>
      <p:bldP spid="14" grpId="0" animBg="1"/>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A7957DD-7AB6-4642-A30D-BA1D00442C82}"/>
              </a:ext>
            </a:extLst>
          </p:cNvPr>
          <p:cNvPicPr>
            <a:picLocks noGrp="1" noRot="1" noChangeAspect="1" noMove="1" noResize="1" noEditPoints="1" noAdjustHandles="1" noChangeArrowheads="1" noChangeShapeType="1" noCrop="1"/>
          </p:cNvPicPr>
          <p:nvPr/>
        </p:nvPicPr>
        <p:blipFill>
          <a:blip r:embed="rId2"/>
          <a:stretch>
            <a:fillRect/>
          </a:stretch>
        </p:blipFill>
        <p:spPr>
          <a:xfrm>
            <a:off x="99782" y="0"/>
            <a:ext cx="10123334" cy="6858000"/>
          </a:xfrm>
          <a:prstGeom prst="rect">
            <a:avLst/>
          </a:prstGeom>
        </p:spPr>
      </p:pic>
      <p:sp>
        <p:nvSpPr>
          <p:cNvPr id="8" name="Oval 7">
            <a:extLst>
              <a:ext uri="{FF2B5EF4-FFF2-40B4-BE49-F238E27FC236}">
                <a16:creationId xmlns:a16="http://schemas.microsoft.com/office/drawing/2014/main" id="{742E2321-0B8E-6E03-5A5A-5B78ABF6C540}"/>
              </a:ext>
            </a:extLst>
          </p:cNvPr>
          <p:cNvSpPr/>
          <p:nvPr/>
        </p:nvSpPr>
        <p:spPr>
          <a:xfrm>
            <a:off x="5933162" y="645091"/>
            <a:ext cx="3229627" cy="513567"/>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A09C79E1-4ECD-63F3-A5AA-9EA8D7188DF1}"/>
              </a:ext>
            </a:extLst>
          </p:cNvPr>
          <p:cNvSpPr/>
          <p:nvPr/>
        </p:nvSpPr>
        <p:spPr>
          <a:xfrm>
            <a:off x="9851721" y="288099"/>
            <a:ext cx="1997901" cy="61878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RESULTS: </a:t>
            </a:r>
          </a:p>
          <a:p>
            <a:pPr algn="ctr"/>
            <a:r>
              <a:rPr lang="en-US" dirty="0"/>
              <a:t>Moved likely quickly evolving prokaryotes to the top of the tree</a:t>
            </a:r>
          </a:p>
          <a:p>
            <a:pPr algn="ctr"/>
            <a:endParaRPr lang="en-US" dirty="0"/>
          </a:p>
          <a:p>
            <a:pPr algn="ctr"/>
            <a:r>
              <a:rPr lang="en-US" dirty="0"/>
              <a:t>Overall structure is similar but with a difference in the order of branching</a:t>
            </a:r>
          </a:p>
          <a:p>
            <a:pPr algn="ctr"/>
            <a:endParaRPr lang="en-US" dirty="0"/>
          </a:p>
          <a:p>
            <a:pPr algn="ctr"/>
            <a:r>
              <a:rPr lang="en-US" dirty="0"/>
              <a:t>Plant clade successfully identified</a:t>
            </a:r>
          </a:p>
        </p:txBody>
      </p:sp>
    </p:spTree>
    <p:extLst>
      <p:ext uri="{BB962C8B-B14F-4D97-AF65-F5344CB8AC3E}">
        <p14:creationId xmlns:p14="http://schemas.microsoft.com/office/powerpoint/2010/main" val="19946346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1F6EA8-DFD1-B849-93DF-DDB8FE93EECF}"/>
              </a:ext>
            </a:extLst>
          </p:cNvPr>
          <p:cNvPicPr>
            <a:picLocks noGrp="1" noRot="1" noChangeAspect="1" noMove="1" noResize="1" noEditPoints="1" noAdjustHandles="1" noChangeArrowheads="1" noChangeShapeType="1" noCrop="1"/>
          </p:cNvPicPr>
          <p:nvPr/>
        </p:nvPicPr>
        <p:blipFill>
          <a:blip r:embed="rId2"/>
          <a:srcRect l="5488" r="6892"/>
          <a:stretch/>
        </p:blipFill>
        <p:spPr>
          <a:xfrm>
            <a:off x="286246" y="0"/>
            <a:ext cx="8603311" cy="6858000"/>
          </a:xfrm>
          <a:prstGeom prst="rect">
            <a:avLst/>
          </a:prstGeom>
        </p:spPr>
      </p:pic>
      <p:sp>
        <p:nvSpPr>
          <p:cNvPr id="4" name="Rectangle: Rounded Corners 3">
            <a:extLst>
              <a:ext uri="{FF2B5EF4-FFF2-40B4-BE49-F238E27FC236}">
                <a16:creationId xmlns:a16="http://schemas.microsoft.com/office/drawing/2014/main" id="{AA1CB8BB-183B-26E0-40CD-A3D60F606448}"/>
              </a:ext>
            </a:extLst>
          </p:cNvPr>
          <p:cNvSpPr/>
          <p:nvPr/>
        </p:nvSpPr>
        <p:spPr>
          <a:xfrm>
            <a:off x="7985342" y="688932"/>
            <a:ext cx="3237979" cy="53799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RESULTS:</a:t>
            </a:r>
          </a:p>
          <a:p>
            <a:pPr algn="ctr"/>
            <a:endParaRPr lang="en-US" dirty="0"/>
          </a:p>
          <a:p>
            <a:pPr algn="ctr"/>
            <a:r>
              <a:rPr lang="en-US" dirty="0"/>
              <a:t>Recovered same clades as UPGMA, but in slightly different order</a:t>
            </a:r>
          </a:p>
          <a:p>
            <a:pPr algn="ctr"/>
            <a:endParaRPr lang="en-US" dirty="0"/>
          </a:p>
          <a:p>
            <a:pPr algn="ctr"/>
            <a:r>
              <a:rPr lang="en-US" dirty="0"/>
              <a:t>Overall higher confidence percentage</a:t>
            </a:r>
          </a:p>
          <a:p>
            <a:pPr algn="ctr"/>
            <a:endParaRPr lang="en-US" dirty="0"/>
          </a:p>
          <a:p>
            <a:pPr algn="ctr"/>
            <a:r>
              <a:rPr lang="en-US" dirty="0"/>
              <a:t>Same recovery of interesting clade pairs (cross-domain, separating </a:t>
            </a:r>
            <a:r>
              <a:rPr lang="en-US" dirty="0" err="1"/>
              <a:t>Acaulospora</a:t>
            </a:r>
            <a:r>
              <a:rPr lang="en-US" dirty="0"/>
              <a:t> </a:t>
            </a:r>
            <a:r>
              <a:rPr lang="en-US" dirty="0" err="1"/>
              <a:t>colombiana</a:t>
            </a:r>
            <a:r>
              <a:rPr lang="en-US" dirty="0"/>
              <a:t>, combining </a:t>
            </a:r>
            <a:r>
              <a:rPr lang="en-US" dirty="0" err="1"/>
              <a:t>Methanobacteria</a:t>
            </a:r>
            <a:r>
              <a:rPr lang="en-US" dirty="0"/>
              <a:t> and </a:t>
            </a:r>
            <a:r>
              <a:rPr lang="en-US" dirty="0" err="1"/>
              <a:t>Methanococci</a:t>
            </a:r>
            <a:r>
              <a:rPr lang="en-US" dirty="0"/>
              <a:t>) </a:t>
            </a:r>
          </a:p>
          <a:p>
            <a:pPr algn="ctr"/>
            <a:endParaRPr lang="en-US" dirty="0"/>
          </a:p>
          <a:p>
            <a:pPr algn="ctr"/>
            <a:endParaRPr lang="en-US" dirty="0"/>
          </a:p>
        </p:txBody>
      </p:sp>
      <p:sp>
        <p:nvSpPr>
          <p:cNvPr id="5" name="Rectangle 4">
            <a:extLst>
              <a:ext uri="{FF2B5EF4-FFF2-40B4-BE49-F238E27FC236}">
                <a16:creationId xmlns:a16="http://schemas.microsoft.com/office/drawing/2014/main" id="{FBB8E54F-B83F-208E-0E74-96A03B4EF12A}"/>
              </a:ext>
            </a:extLst>
          </p:cNvPr>
          <p:cNvSpPr/>
          <p:nvPr/>
        </p:nvSpPr>
        <p:spPr>
          <a:xfrm>
            <a:off x="3707704" y="2549046"/>
            <a:ext cx="2826707" cy="485384"/>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4A6539C-BDD2-7BF2-4C1C-BED04B57F070}"/>
              </a:ext>
            </a:extLst>
          </p:cNvPr>
          <p:cNvSpPr/>
          <p:nvPr/>
        </p:nvSpPr>
        <p:spPr>
          <a:xfrm>
            <a:off x="3419605" y="4227534"/>
            <a:ext cx="2826707" cy="701458"/>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41BDC9F-5030-F417-1B0F-672BB31DB5B5}"/>
              </a:ext>
            </a:extLst>
          </p:cNvPr>
          <p:cNvSpPr/>
          <p:nvPr/>
        </p:nvSpPr>
        <p:spPr>
          <a:xfrm>
            <a:off x="3707703" y="5408112"/>
            <a:ext cx="2826707" cy="485384"/>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6BED264-4A4B-9901-BCE4-314536CC2A88}"/>
              </a:ext>
            </a:extLst>
          </p:cNvPr>
          <p:cNvSpPr/>
          <p:nvPr/>
        </p:nvSpPr>
        <p:spPr>
          <a:xfrm>
            <a:off x="3369502" y="6275539"/>
            <a:ext cx="2826707" cy="485384"/>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05CA8394-9B97-4D1A-CC4A-7C7991D36209}"/>
              </a:ext>
            </a:extLst>
          </p:cNvPr>
          <p:cNvSpPr/>
          <p:nvPr/>
        </p:nvSpPr>
        <p:spPr>
          <a:xfrm>
            <a:off x="3707702" y="3429000"/>
            <a:ext cx="2826707" cy="394571"/>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9123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3403FF-5437-FDE1-A0EF-CC9C70C03581}"/>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9551C3B-6ACE-DADC-C450-0E54619784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84DCF342-A44F-0B83-0B74-D74925F09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4836DC-2B44-9ADE-C80B-C98BEDE1CD0D}"/>
              </a:ext>
            </a:extLst>
          </p:cNvPr>
          <p:cNvSpPr>
            <a:spLocks noGrp="1"/>
          </p:cNvSpPr>
          <p:nvPr>
            <p:ph type="title"/>
          </p:nvPr>
        </p:nvSpPr>
        <p:spPr>
          <a:xfrm>
            <a:off x="2046965" y="4406852"/>
            <a:ext cx="8098069" cy="1050125"/>
          </a:xfrm>
        </p:spPr>
        <p:txBody>
          <a:bodyPr vert="horz" lIns="91440" tIns="45720" rIns="91440" bIns="45720" rtlCol="0" anchor="b">
            <a:noAutofit/>
          </a:bodyPr>
          <a:lstStyle/>
          <a:p>
            <a:pPr algn="ctr">
              <a:lnSpc>
                <a:spcPct val="90000"/>
              </a:lnSpc>
            </a:pPr>
            <a:r>
              <a:rPr lang="en-US" sz="3000" dirty="0"/>
              <a:t>GC Content Analysis</a:t>
            </a:r>
          </a:p>
        </p:txBody>
      </p:sp>
      <p:cxnSp>
        <p:nvCxnSpPr>
          <p:cNvPr id="14" name="Straight Connector 13">
            <a:extLst>
              <a:ext uri="{FF2B5EF4-FFF2-40B4-BE49-F238E27FC236}">
                <a16:creationId xmlns:a16="http://schemas.microsoft.com/office/drawing/2014/main" id="{236928D1-F227-843B-B182-8045F3A5B4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1680" y="5662526"/>
            <a:ext cx="548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4AEE27F4-5828-C168-95F8-C7F4364DF941}"/>
              </a:ext>
            </a:extLst>
          </p:cNvPr>
          <p:cNvSpPr txBox="1">
            <a:spLocks/>
          </p:cNvSpPr>
          <p:nvPr/>
        </p:nvSpPr>
        <p:spPr>
          <a:xfrm>
            <a:off x="2121776" y="5812588"/>
            <a:ext cx="8098069" cy="319328"/>
          </a:xfrm>
          <a:prstGeom prst="rect">
            <a:avLst/>
          </a:prstGeom>
        </p:spPr>
        <p:txBody>
          <a:bodyPr vert="horz" lIns="91440" tIns="45720" rIns="91440" bIns="45720" rtlCol="0" anchor="b">
            <a:noAutofit/>
          </a:bodyPr>
          <a:lstStyle>
            <a:lvl1pPr algn="l" defTabSz="914400" rtl="0" eaLnBrk="1" latinLnBrk="0" hangingPunct="1">
              <a:lnSpc>
                <a:spcPct val="100000"/>
              </a:lnSpc>
              <a:spcBef>
                <a:spcPct val="0"/>
              </a:spcBef>
              <a:buNone/>
              <a:defRPr sz="5400" b="1" kern="1200">
                <a:solidFill>
                  <a:schemeClr val="tx1"/>
                </a:solidFill>
                <a:latin typeface="+mj-lt"/>
                <a:ea typeface="+mj-ea"/>
                <a:cs typeface="+mj-cs"/>
              </a:defRPr>
            </a:lvl1pPr>
          </a:lstStyle>
          <a:p>
            <a:pPr algn="ctr">
              <a:lnSpc>
                <a:spcPct val="90000"/>
              </a:lnSpc>
            </a:pPr>
            <a:r>
              <a:rPr lang="en-US" sz="1800" b="0" dirty="0">
                <a:latin typeface="+mn-lt"/>
              </a:rPr>
              <a:t>DNA LEVEL ANALYSIS</a:t>
            </a:r>
          </a:p>
        </p:txBody>
      </p:sp>
      <p:pic>
        <p:nvPicPr>
          <p:cNvPr id="6" name="Graphic 5" descr="DNA with solid fill">
            <a:extLst>
              <a:ext uri="{FF2B5EF4-FFF2-40B4-BE49-F238E27FC236}">
                <a16:creationId xmlns:a16="http://schemas.microsoft.com/office/drawing/2014/main" id="{C530A99F-1B2B-AAAD-7F64-59B2606EC8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40923" y="462831"/>
            <a:ext cx="4473611" cy="4473611"/>
          </a:xfrm>
          <a:prstGeom prst="rect">
            <a:avLst/>
          </a:prstGeom>
        </p:spPr>
      </p:pic>
    </p:spTree>
    <p:extLst>
      <p:ext uri="{BB962C8B-B14F-4D97-AF65-F5344CB8AC3E}">
        <p14:creationId xmlns:p14="http://schemas.microsoft.com/office/powerpoint/2010/main" val="10654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77B99A2-C292-EB81-152E-A107FA0F1840}"/>
              </a:ext>
            </a:extLst>
          </p:cNvPr>
          <p:cNvPicPr>
            <a:picLocks noChangeAspect="1"/>
          </p:cNvPicPr>
          <p:nvPr/>
        </p:nvPicPr>
        <p:blipFill>
          <a:blip r:embed="rId2"/>
          <a:stretch>
            <a:fillRect/>
          </a:stretch>
        </p:blipFill>
        <p:spPr>
          <a:xfrm>
            <a:off x="7056675" y="3720230"/>
            <a:ext cx="4708858" cy="2906038"/>
          </a:xfrm>
          <a:prstGeom prst="rect">
            <a:avLst/>
          </a:prstGeom>
        </p:spPr>
      </p:pic>
      <p:sp>
        <p:nvSpPr>
          <p:cNvPr id="2" name="Title 1">
            <a:extLst>
              <a:ext uri="{FF2B5EF4-FFF2-40B4-BE49-F238E27FC236}">
                <a16:creationId xmlns:a16="http://schemas.microsoft.com/office/drawing/2014/main" id="{E726BB00-3F4D-F04B-CC65-8A6F69C04461}"/>
              </a:ext>
            </a:extLst>
          </p:cNvPr>
          <p:cNvSpPr>
            <a:spLocks noGrp="1"/>
          </p:cNvSpPr>
          <p:nvPr>
            <p:ph type="title"/>
          </p:nvPr>
        </p:nvSpPr>
        <p:spPr>
          <a:xfrm>
            <a:off x="650535" y="231732"/>
            <a:ext cx="10890929" cy="1097280"/>
          </a:xfrm>
        </p:spPr>
        <p:txBody>
          <a:bodyPr/>
          <a:lstStyle/>
          <a:p>
            <a:r>
              <a:rPr lang="en-US" dirty="0"/>
              <a:t>GC Content Analysis</a:t>
            </a:r>
          </a:p>
        </p:txBody>
      </p:sp>
      <p:sp>
        <p:nvSpPr>
          <p:cNvPr id="3" name="Content Placeholder 2">
            <a:extLst>
              <a:ext uri="{FF2B5EF4-FFF2-40B4-BE49-F238E27FC236}">
                <a16:creationId xmlns:a16="http://schemas.microsoft.com/office/drawing/2014/main" id="{11A777BC-4D27-59F3-ED70-9EF7D619A182}"/>
              </a:ext>
            </a:extLst>
          </p:cNvPr>
          <p:cNvSpPr>
            <a:spLocks noGrp="1"/>
          </p:cNvSpPr>
          <p:nvPr>
            <p:ph idx="1"/>
          </p:nvPr>
        </p:nvSpPr>
        <p:spPr>
          <a:xfrm>
            <a:off x="640079" y="1492309"/>
            <a:ext cx="10960873" cy="4707323"/>
          </a:xfrm>
        </p:spPr>
        <p:txBody>
          <a:bodyPr/>
          <a:lstStyle/>
          <a:p>
            <a:r>
              <a:rPr lang="en-US" sz="1800" dirty="0"/>
              <a:t>Load DNA sequences into </a:t>
            </a:r>
            <a:r>
              <a:rPr lang="en-US" sz="1800" dirty="0" err="1"/>
              <a:t>DNAStringSet</a:t>
            </a:r>
            <a:r>
              <a:rPr lang="en-US" sz="1800" dirty="0"/>
              <a:t> object. Call </a:t>
            </a:r>
            <a:r>
              <a:rPr lang="en-US" sz="1800" dirty="0" err="1"/>
              <a:t>letterFrequency</a:t>
            </a:r>
            <a:r>
              <a:rPr lang="en-US" sz="1800" dirty="0"/>
              <a:t>, focusing on letters G and C, on the DNA  sequences, and store as proportion. Sum the G proportion and the C proportion to get overall GC content per sequence.</a:t>
            </a:r>
          </a:p>
          <a:p>
            <a:pPr lvl="1"/>
            <a:r>
              <a:rPr lang="en-US" sz="1600" dirty="0"/>
              <a:t>RESULTS: 					      Only one sequence is GC-rich </a:t>
            </a:r>
            <a:r>
              <a:rPr lang="en-US" sz="1100" i="1" dirty="0"/>
              <a:t>(Perilla frutescens var. frutescens)</a:t>
            </a:r>
          </a:p>
          <a:p>
            <a:r>
              <a:rPr lang="en-US" sz="1800" dirty="0"/>
              <a:t>Process repeated, but with objects where sequences are separated into eukaryotes and prokaryotes </a:t>
            </a:r>
            <a:r>
              <a:rPr lang="en-US" sz="1800" dirty="0">
                <a:sym typeface="Wingdings" panose="05000000000000000000" pitchFamily="2" charset="2"/>
              </a:rPr>
              <a:t> Plotted as boxplot to show difference</a:t>
            </a:r>
          </a:p>
          <a:p>
            <a:pPr lvl="1"/>
            <a:r>
              <a:rPr lang="en-US" sz="1600" dirty="0">
                <a:sym typeface="Wingdings" panose="05000000000000000000" pitchFamily="2" charset="2"/>
              </a:rPr>
              <a:t>Higher median GC content in thermophilic prokaryotes</a:t>
            </a:r>
          </a:p>
          <a:p>
            <a:pPr lvl="1"/>
            <a:r>
              <a:rPr lang="en-US" sz="1600" dirty="0">
                <a:sym typeface="Wingdings" panose="05000000000000000000" pitchFamily="2" charset="2"/>
              </a:rPr>
              <a:t>Positive skew for eukaryotes, while no skew for prokaryotes</a:t>
            </a:r>
          </a:p>
          <a:p>
            <a:pPr lvl="2"/>
            <a:r>
              <a:rPr lang="en-US" sz="1400" dirty="0">
                <a:sym typeface="Wingdings" panose="05000000000000000000" pitchFamily="2" charset="2"/>
              </a:rPr>
              <a:t>Check the codon usage; tails; specific class</a:t>
            </a:r>
          </a:p>
          <a:p>
            <a:pPr lvl="1"/>
            <a:endParaRPr lang="en-US" sz="1600" dirty="0">
              <a:sym typeface="Wingdings" panose="05000000000000000000" pitchFamily="2" charset="2"/>
            </a:endParaRPr>
          </a:p>
          <a:p>
            <a:pPr lvl="1"/>
            <a:endParaRPr lang="en-US" sz="1600" dirty="0">
              <a:sym typeface="Wingdings" panose="05000000000000000000" pitchFamily="2" charset="2"/>
            </a:endParaRPr>
          </a:p>
          <a:p>
            <a:endParaRPr lang="en-US" sz="1800" dirty="0"/>
          </a:p>
          <a:p>
            <a:pPr marL="265176" lvl="1" indent="0">
              <a:buNone/>
            </a:pPr>
            <a:endParaRPr lang="en-US" sz="1600" dirty="0"/>
          </a:p>
          <a:p>
            <a:endParaRPr lang="en-US" dirty="0"/>
          </a:p>
        </p:txBody>
      </p:sp>
      <p:pic>
        <p:nvPicPr>
          <p:cNvPr id="5" name="Picture 4">
            <a:extLst>
              <a:ext uri="{FF2B5EF4-FFF2-40B4-BE49-F238E27FC236}">
                <a16:creationId xmlns:a16="http://schemas.microsoft.com/office/drawing/2014/main" id="{3D16CB65-EAAD-1FC5-45C9-5ABCEACAA48D}"/>
              </a:ext>
            </a:extLst>
          </p:cNvPr>
          <p:cNvPicPr>
            <a:picLocks noChangeAspect="1"/>
          </p:cNvPicPr>
          <p:nvPr/>
        </p:nvPicPr>
        <p:blipFill>
          <a:blip r:embed="rId3"/>
          <a:stretch>
            <a:fillRect/>
          </a:stretch>
        </p:blipFill>
        <p:spPr>
          <a:xfrm>
            <a:off x="2543553" y="2448672"/>
            <a:ext cx="3991532" cy="609685"/>
          </a:xfrm>
          <a:prstGeom prst="rect">
            <a:avLst/>
          </a:prstGeom>
        </p:spPr>
      </p:pic>
      <p:sp>
        <p:nvSpPr>
          <p:cNvPr id="8" name="Title 1">
            <a:extLst>
              <a:ext uri="{FF2B5EF4-FFF2-40B4-BE49-F238E27FC236}">
                <a16:creationId xmlns:a16="http://schemas.microsoft.com/office/drawing/2014/main" id="{349B9CC5-8ECC-BA5B-CA1D-7EBA87EB207E}"/>
              </a:ext>
            </a:extLst>
          </p:cNvPr>
          <p:cNvSpPr txBox="1">
            <a:spLocks/>
          </p:cNvSpPr>
          <p:nvPr/>
        </p:nvSpPr>
        <p:spPr>
          <a:xfrm>
            <a:off x="640079" y="1060955"/>
            <a:ext cx="10890929" cy="401751"/>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a:lstStyle>
          <a:p>
            <a:r>
              <a:rPr lang="en-US" sz="1800" i="1" dirty="0"/>
              <a:t>R Packages: </a:t>
            </a:r>
            <a:r>
              <a:rPr lang="en-US" sz="1800" i="1" dirty="0" err="1"/>
              <a:t>Biostrings</a:t>
            </a:r>
            <a:endParaRPr lang="en-US" sz="1800" i="1" dirty="0"/>
          </a:p>
        </p:txBody>
      </p:sp>
      <p:pic>
        <p:nvPicPr>
          <p:cNvPr id="11" name="Picture 10">
            <a:extLst>
              <a:ext uri="{FF2B5EF4-FFF2-40B4-BE49-F238E27FC236}">
                <a16:creationId xmlns:a16="http://schemas.microsoft.com/office/drawing/2014/main" id="{1D597625-1A1C-BB47-C930-232DE6652E46}"/>
              </a:ext>
            </a:extLst>
          </p:cNvPr>
          <p:cNvPicPr>
            <a:picLocks noChangeAspect="1"/>
          </p:cNvPicPr>
          <p:nvPr/>
        </p:nvPicPr>
        <p:blipFill>
          <a:blip r:embed="rId4"/>
          <a:stretch>
            <a:fillRect/>
          </a:stretch>
        </p:blipFill>
        <p:spPr>
          <a:xfrm>
            <a:off x="287257" y="4806739"/>
            <a:ext cx="5410955" cy="1819529"/>
          </a:xfrm>
          <a:prstGeom prst="rect">
            <a:avLst/>
          </a:prstGeom>
        </p:spPr>
      </p:pic>
      <p:sp>
        <p:nvSpPr>
          <p:cNvPr id="12" name="Rectangle: Rounded Corners 11">
            <a:extLst>
              <a:ext uri="{FF2B5EF4-FFF2-40B4-BE49-F238E27FC236}">
                <a16:creationId xmlns:a16="http://schemas.microsoft.com/office/drawing/2014/main" id="{70BD39DA-EF39-9D46-AE17-B5B07E009C9A}"/>
              </a:ext>
            </a:extLst>
          </p:cNvPr>
          <p:cNvSpPr/>
          <p:nvPr/>
        </p:nvSpPr>
        <p:spPr>
          <a:xfrm>
            <a:off x="2917153" y="5598758"/>
            <a:ext cx="4304102" cy="11151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Using a two sample t-test, there was no statistically significant different in GC content between the </a:t>
            </a:r>
            <a:r>
              <a:rPr lang="en-US" sz="1200"/>
              <a:t>thermophilic prokaryotes and </a:t>
            </a:r>
            <a:r>
              <a:rPr lang="en-US" sz="1200" dirty="0"/>
              <a:t>the mesophilic eukaryotes. The mean GC content was 47.88% in prokaryotes, and 45.27% in eukaryotes, with a 95% confidence interval ranging from </a:t>
            </a:r>
          </a:p>
          <a:p>
            <a:pPr algn="ctr"/>
            <a:r>
              <a:rPr lang="en-US" sz="1200" dirty="0"/>
              <a:t>-4.65% to +9.88%.</a:t>
            </a:r>
          </a:p>
        </p:txBody>
      </p:sp>
    </p:spTree>
    <p:extLst>
      <p:ext uri="{BB962C8B-B14F-4D97-AF65-F5344CB8AC3E}">
        <p14:creationId xmlns:p14="http://schemas.microsoft.com/office/powerpoint/2010/main" val="889636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45482F-A3D4-72BB-968D-0C4ADB4BC7D1}"/>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BDB5F6F5-405E-436A-E7E6-73B498509F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D214C07F-728A-B390-FCF7-3056E87755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4DFCF1-D749-FC59-0B5F-A50B19B4517C}"/>
              </a:ext>
            </a:extLst>
          </p:cNvPr>
          <p:cNvSpPr>
            <a:spLocks noGrp="1"/>
          </p:cNvSpPr>
          <p:nvPr>
            <p:ph type="title"/>
          </p:nvPr>
        </p:nvSpPr>
        <p:spPr>
          <a:xfrm>
            <a:off x="2046965" y="4406852"/>
            <a:ext cx="8098069" cy="1050125"/>
          </a:xfrm>
        </p:spPr>
        <p:txBody>
          <a:bodyPr vert="horz" lIns="91440" tIns="45720" rIns="91440" bIns="45720" rtlCol="0" anchor="b">
            <a:noAutofit/>
          </a:bodyPr>
          <a:lstStyle/>
          <a:p>
            <a:pPr algn="ctr">
              <a:lnSpc>
                <a:spcPct val="90000"/>
              </a:lnSpc>
            </a:pPr>
            <a:r>
              <a:rPr lang="en-US" sz="3000" dirty="0"/>
              <a:t>Codon Usage Bias</a:t>
            </a:r>
          </a:p>
        </p:txBody>
      </p:sp>
      <p:cxnSp>
        <p:nvCxnSpPr>
          <p:cNvPr id="14" name="Straight Connector 13">
            <a:extLst>
              <a:ext uri="{FF2B5EF4-FFF2-40B4-BE49-F238E27FC236}">
                <a16:creationId xmlns:a16="http://schemas.microsoft.com/office/drawing/2014/main" id="{A2BFA9AC-1755-6A71-545A-2887E29E8F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1680" y="5662526"/>
            <a:ext cx="548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CD27BD98-CB6A-63FA-8839-CB2964E1163D}"/>
              </a:ext>
            </a:extLst>
          </p:cNvPr>
          <p:cNvSpPr txBox="1">
            <a:spLocks/>
          </p:cNvSpPr>
          <p:nvPr/>
        </p:nvSpPr>
        <p:spPr>
          <a:xfrm>
            <a:off x="2121776" y="5812588"/>
            <a:ext cx="8098069" cy="319328"/>
          </a:xfrm>
          <a:prstGeom prst="rect">
            <a:avLst/>
          </a:prstGeom>
        </p:spPr>
        <p:txBody>
          <a:bodyPr vert="horz" lIns="91440" tIns="45720" rIns="91440" bIns="45720" rtlCol="0" anchor="b">
            <a:noAutofit/>
          </a:bodyPr>
          <a:lstStyle>
            <a:lvl1pPr algn="l" defTabSz="914400" rtl="0" eaLnBrk="1" latinLnBrk="0" hangingPunct="1">
              <a:lnSpc>
                <a:spcPct val="100000"/>
              </a:lnSpc>
              <a:spcBef>
                <a:spcPct val="0"/>
              </a:spcBef>
              <a:buNone/>
              <a:defRPr sz="5400" b="1" kern="1200">
                <a:solidFill>
                  <a:schemeClr val="tx1"/>
                </a:solidFill>
                <a:latin typeface="+mj-lt"/>
                <a:ea typeface="+mj-ea"/>
                <a:cs typeface="+mj-cs"/>
              </a:defRPr>
            </a:lvl1pPr>
          </a:lstStyle>
          <a:p>
            <a:pPr algn="ctr">
              <a:lnSpc>
                <a:spcPct val="90000"/>
              </a:lnSpc>
            </a:pPr>
            <a:r>
              <a:rPr lang="en-US" sz="1800" b="0" dirty="0">
                <a:latin typeface="+mn-lt"/>
              </a:rPr>
              <a:t>CDS LEVEL ANALYSIS</a:t>
            </a:r>
          </a:p>
        </p:txBody>
      </p:sp>
      <p:pic>
        <p:nvPicPr>
          <p:cNvPr id="6" name="Graphic 5" descr="Presentation with bar chart with solid fill">
            <a:extLst>
              <a:ext uri="{FF2B5EF4-FFF2-40B4-BE49-F238E27FC236}">
                <a16:creationId xmlns:a16="http://schemas.microsoft.com/office/drawing/2014/main" id="{1DE7F8AB-25F8-CF43-37FE-F15FF316D28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66159" y="276760"/>
            <a:ext cx="4659682" cy="4659682"/>
          </a:xfrm>
          <a:prstGeom prst="rect">
            <a:avLst/>
          </a:prstGeom>
        </p:spPr>
      </p:pic>
    </p:spTree>
    <p:extLst>
      <p:ext uri="{BB962C8B-B14F-4D97-AF65-F5344CB8AC3E}">
        <p14:creationId xmlns:p14="http://schemas.microsoft.com/office/powerpoint/2010/main" val="2844016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15ED9-E4B4-CD41-6A2A-E7B968B078A1}"/>
              </a:ext>
            </a:extLst>
          </p:cNvPr>
          <p:cNvSpPr>
            <a:spLocks noGrp="1"/>
          </p:cNvSpPr>
          <p:nvPr>
            <p:ph type="title"/>
          </p:nvPr>
        </p:nvSpPr>
        <p:spPr>
          <a:xfrm>
            <a:off x="650535" y="212943"/>
            <a:ext cx="10890929" cy="670142"/>
          </a:xfrm>
        </p:spPr>
        <p:txBody>
          <a:bodyPr>
            <a:normAutofit fontScale="90000"/>
          </a:bodyPr>
          <a:lstStyle/>
          <a:p>
            <a:r>
              <a:rPr lang="en-US" dirty="0"/>
              <a:t>Relative Synonymous Codon Usage</a:t>
            </a:r>
          </a:p>
        </p:txBody>
      </p:sp>
      <p:sp>
        <p:nvSpPr>
          <p:cNvPr id="3" name="Content Placeholder 2">
            <a:extLst>
              <a:ext uri="{FF2B5EF4-FFF2-40B4-BE49-F238E27FC236}">
                <a16:creationId xmlns:a16="http://schemas.microsoft.com/office/drawing/2014/main" id="{CD037136-AFEB-34CA-25DE-0335F23A5A3C}"/>
              </a:ext>
            </a:extLst>
          </p:cNvPr>
          <p:cNvSpPr>
            <a:spLocks noGrp="1"/>
          </p:cNvSpPr>
          <p:nvPr>
            <p:ph idx="1"/>
          </p:nvPr>
        </p:nvSpPr>
        <p:spPr>
          <a:xfrm>
            <a:off x="640080" y="1553227"/>
            <a:ext cx="10890928" cy="4646405"/>
          </a:xfrm>
        </p:spPr>
        <p:txBody>
          <a:bodyPr/>
          <a:lstStyle/>
          <a:p>
            <a:r>
              <a:rPr lang="en-US" dirty="0"/>
              <a:t>Relative Synonymous Codon Usage (RSCU): observed frequency of codon / expected frequency of codon (assume equal usage for synonymous codons) – used to measure codon usage bias</a:t>
            </a:r>
          </a:p>
          <a:p>
            <a:r>
              <a:rPr lang="en-US" dirty="0"/>
              <a:t>Read the CDS into </a:t>
            </a:r>
            <a:r>
              <a:rPr lang="en-US" dirty="0" err="1"/>
              <a:t>DNAStringSet</a:t>
            </a:r>
            <a:r>
              <a:rPr lang="en-US" dirty="0"/>
              <a:t> objects, one for each domain. Clean the sequences and prepare for use with </a:t>
            </a:r>
            <a:r>
              <a:rPr lang="en-US" dirty="0" err="1"/>
              <a:t>cubar</a:t>
            </a:r>
            <a:r>
              <a:rPr lang="en-US" dirty="0"/>
              <a:t>. Call </a:t>
            </a:r>
            <a:r>
              <a:rPr lang="en-US" dirty="0" err="1"/>
              <a:t>count_codons</a:t>
            </a:r>
            <a:r>
              <a:rPr lang="en-US" dirty="0"/>
              <a:t> to create data frames with the codon frequencies, then call </a:t>
            </a:r>
            <a:r>
              <a:rPr lang="en-US" dirty="0" err="1"/>
              <a:t>est_rscu</a:t>
            </a:r>
            <a:r>
              <a:rPr lang="en-US" dirty="0"/>
              <a:t> to estimate RSCU for each domain group. Combine into a data frame, and plot as a scatterplot. </a:t>
            </a:r>
          </a:p>
          <a:p>
            <a:pPr lvl="1"/>
            <a:r>
              <a:rPr lang="en-US" dirty="0"/>
              <a:t>Points on the guideline are used equally in the prokaryotes and eukaryotes</a:t>
            </a:r>
          </a:p>
          <a:p>
            <a:pPr lvl="2"/>
            <a:r>
              <a:rPr lang="en-US" dirty="0"/>
              <a:t>Above the line = biased towards eukaryotes (CCT, ACT, TCT, ATT)</a:t>
            </a:r>
          </a:p>
          <a:p>
            <a:pPr lvl="2"/>
            <a:r>
              <a:rPr lang="en-US" dirty="0"/>
              <a:t>Below the line = biased towards prokaryotes (CTC, TCA, CGC)</a:t>
            </a:r>
          </a:p>
          <a:p>
            <a:pPr lvl="1"/>
            <a:r>
              <a:rPr lang="en-US" dirty="0"/>
              <a:t>Further work: Map back onto the genes to see domains</a:t>
            </a:r>
          </a:p>
        </p:txBody>
      </p:sp>
      <p:sp>
        <p:nvSpPr>
          <p:cNvPr id="4" name="Title 1">
            <a:extLst>
              <a:ext uri="{FF2B5EF4-FFF2-40B4-BE49-F238E27FC236}">
                <a16:creationId xmlns:a16="http://schemas.microsoft.com/office/drawing/2014/main" id="{EB840AC9-F8B6-0E6B-C894-C0824CE97EB7}"/>
              </a:ext>
            </a:extLst>
          </p:cNvPr>
          <p:cNvSpPr txBox="1">
            <a:spLocks/>
          </p:cNvSpPr>
          <p:nvPr/>
        </p:nvSpPr>
        <p:spPr>
          <a:xfrm>
            <a:off x="640079" y="1092270"/>
            <a:ext cx="10890929" cy="401751"/>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a:lstStyle>
          <a:p>
            <a:r>
              <a:rPr lang="en-US" sz="1800" i="1" dirty="0"/>
              <a:t>R Packages: </a:t>
            </a:r>
            <a:r>
              <a:rPr lang="en-US" sz="1800" i="1" dirty="0" err="1"/>
              <a:t>Biostrings</a:t>
            </a:r>
            <a:r>
              <a:rPr lang="en-US" sz="1800" i="1" dirty="0"/>
              <a:t>, </a:t>
            </a:r>
            <a:r>
              <a:rPr lang="en-US" sz="1800" i="1" dirty="0" err="1"/>
              <a:t>cubar</a:t>
            </a:r>
            <a:r>
              <a:rPr lang="en-US" sz="1800" i="1" dirty="0"/>
              <a:t>, ggplot2</a:t>
            </a:r>
          </a:p>
        </p:txBody>
      </p:sp>
      <p:graphicFrame>
        <p:nvGraphicFramePr>
          <p:cNvPr id="5" name="Table 4">
            <a:extLst>
              <a:ext uri="{FF2B5EF4-FFF2-40B4-BE49-F238E27FC236}">
                <a16:creationId xmlns:a16="http://schemas.microsoft.com/office/drawing/2014/main" id="{709E2FA7-D0E6-B935-C634-BBB10BD58889}"/>
              </a:ext>
            </a:extLst>
          </p:cNvPr>
          <p:cNvGraphicFramePr>
            <a:graphicFrameLocks noGrp="1"/>
          </p:cNvGraphicFramePr>
          <p:nvPr>
            <p:extLst>
              <p:ext uri="{D42A27DB-BD31-4B8C-83A1-F6EECF244321}">
                <p14:modId xmlns:p14="http://schemas.microsoft.com/office/powerpoint/2010/main" val="1877324959"/>
              </p:ext>
            </p:extLst>
          </p:nvPr>
        </p:nvGraphicFramePr>
        <p:xfrm>
          <a:off x="7565719" y="4541937"/>
          <a:ext cx="4322872" cy="2103120"/>
        </p:xfrm>
        <a:graphic>
          <a:graphicData uri="http://schemas.openxmlformats.org/drawingml/2006/table">
            <a:tbl>
              <a:tblPr firstRow="1" bandRow="1">
                <a:tableStyleId>{5C22544A-7EE6-4342-B048-85BDC9FD1C3A}</a:tableStyleId>
              </a:tblPr>
              <a:tblGrid>
                <a:gridCol w="2161436">
                  <a:extLst>
                    <a:ext uri="{9D8B030D-6E8A-4147-A177-3AD203B41FA5}">
                      <a16:colId xmlns:a16="http://schemas.microsoft.com/office/drawing/2014/main" val="1485290666"/>
                    </a:ext>
                  </a:extLst>
                </a:gridCol>
                <a:gridCol w="2161436">
                  <a:extLst>
                    <a:ext uri="{9D8B030D-6E8A-4147-A177-3AD203B41FA5}">
                      <a16:colId xmlns:a16="http://schemas.microsoft.com/office/drawing/2014/main" val="2571485600"/>
                    </a:ext>
                  </a:extLst>
                </a:gridCol>
              </a:tblGrid>
              <a:tr h="256965">
                <a:tc>
                  <a:txBody>
                    <a:bodyPr/>
                    <a:lstStyle/>
                    <a:p>
                      <a:r>
                        <a:rPr lang="en-US" dirty="0"/>
                        <a:t>Preferred by Eukaryotes</a:t>
                      </a:r>
                    </a:p>
                  </a:txBody>
                  <a:tcPr/>
                </a:tc>
                <a:tc>
                  <a:txBody>
                    <a:bodyPr/>
                    <a:lstStyle/>
                    <a:p>
                      <a:r>
                        <a:rPr lang="en-US" dirty="0"/>
                        <a:t>Preferred by Prokaryotes</a:t>
                      </a:r>
                    </a:p>
                  </a:txBody>
                  <a:tcPr/>
                </a:tc>
                <a:extLst>
                  <a:ext uri="{0D108BD9-81ED-4DB2-BD59-A6C34878D82A}">
                    <a16:rowId xmlns:a16="http://schemas.microsoft.com/office/drawing/2014/main" val="1993873323"/>
                  </a:ext>
                </a:extLst>
              </a:tr>
              <a:tr h="256965">
                <a:tc>
                  <a:txBody>
                    <a:bodyPr/>
                    <a:lstStyle/>
                    <a:p>
                      <a:r>
                        <a:rPr lang="en-US" dirty="0"/>
                        <a:t>CCT - Proline</a:t>
                      </a:r>
                    </a:p>
                  </a:txBody>
                  <a:tcPr/>
                </a:tc>
                <a:tc>
                  <a:txBody>
                    <a:bodyPr/>
                    <a:lstStyle/>
                    <a:p>
                      <a:r>
                        <a:rPr lang="en-US" dirty="0"/>
                        <a:t>CTC – Leucine</a:t>
                      </a:r>
                    </a:p>
                  </a:txBody>
                  <a:tcPr/>
                </a:tc>
                <a:extLst>
                  <a:ext uri="{0D108BD9-81ED-4DB2-BD59-A6C34878D82A}">
                    <a16:rowId xmlns:a16="http://schemas.microsoft.com/office/drawing/2014/main" val="678829902"/>
                  </a:ext>
                </a:extLst>
              </a:tr>
              <a:tr h="256965">
                <a:tc>
                  <a:txBody>
                    <a:bodyPr/>
                    <a:lstStyle/>
                    <a:p>
                      <a:r>
                        <a:rPr lang="en-US" dirty="0"/>
                        <a:t>ACT - Threonine</a:t>
                      </a:r>
                    </a:p>
                  </a:txBody>
                  <a:tcPr/>
                </a:tc>
                <a:tc>
                  <a:txBody>
                    <a:bodyPr/>
                    <a:lstStyle/>
                    <a:p>
                      <a:r>
                        <a:rPr lang="en-US" dirty="0"/>
                        <a:t>TCA – Serine</a:t>
                      </a:r>
                    </a:p>
                  </a:txBody>
                  <a:tcPr/>
                </a:tc>
                <a:extLst>
                  <a:ext uri="{0D108BD9-81ED-4DB2-BD59-A6C34878D82A}">
                    <a16:rowId xmlns:a16="http://schemas.microsoft.com/office/drawing/2014/main" val="2840423505"/>
                  </a:ext>
                </a:extLst>
              </a:tr>
              <a:tr h="256965">
                <a:tc>
                  <a:txBody>
                    <a:bodyPr/>
                    <a:lstStyle/>
                    <a:p>
                      <a:r>
                        <a:rPr lang="en-US" dirty="0"/>
                        <a:t>TCT – Serine</a:t>
                      </a:r>
                    </a:p>
                  </a:txBody>
                  <a:tcPr/>
                </a:tc>
                <a:tc>
                  <a:txBody>
                    <a:bodyPr/>
                    <a:lstStyle/>
                    <a:p>
                      <a:r>
                        <a:rPr lang="en-US" dirty="0"/>
                        <a:t>CGC - Arginine</a:t>
                      </a:r>
                    </a:p>
                  </a:txBody>
                  <a:tcPr/>
                </a:tc>
                <a:extLst>
                  <a:ext uri="{0D108BD9-81ED-4DB2-BD59-A6C34878D82A}">
                    <a16:rowId xmlns:a16="http://schemas.microsoft.com/office/drawing/2014/main" val="1158430035"/>
                  </a:ext>
                </a:extLst>
              </a:tr>
              <a:tr h="256965">
                <a:tc>
                  <a:txBody>
                    <a:bodyPr/>
                    <a:lstStyle/>
                    <a:p>
                      <a:r>
                        <a:rPr lang="en-US" dirty="0"/>
                        <a:t>ATT - Isoleucine</a:t>
                      </a:r>
                    </a:p>
                  </a:txBody>
                  <a:tcPr/>
                </a:tc>
                <a:tc>
                  <a:txBody>
                    <a:bodyPr/>
                    <a:lstStyle/>
                    <a:p>
                      <a:endParaRPr lang="en-US" dirty="0"/>
                    </a:p>
                  </a:txBody>
                  <a:tcPr/>
                </a:tc>
                <a:extLst>
                  <a:ext uri="{0D108BD9-81ED-4DB2-BD59-A6C34878D82A}">
                    <a16:rowId xmlns:a16="http://schemas.microsoft.com/office/drawing/2014/main" val="1290821116"/>
                  </a:ext>
                </a:extLst>
              </a:tr>
            </a:tbl>
          </a:graphicData>
        </a:graphic>
      </p:graphicFrame>
    </p:spTree>
    <p:extLst>
      <p:ext uri="{BB962C8B-B14F-4D97-AF65-F5344CB8AC3E}">
        <p14:creationId xmlns:p14="http://schemas.microsoft.com/office/powerpoint/2010/main" val="42623389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E860B91-DDB3-A6E1-B85E-CB1A639D8706}"/>
              </a:ext>
            </a:extLst>
          </p:cNvPr>
          <p:cNvPicPr>
            <a:picLocks noGrp="1" noRot="1" noChangeAspect="1" noMove="1" noResize="1" noEditPoints="1" noAdjustHandles="1" noChangeArrowheads="1" noChangeShapeType="1" noCrop="1"/>
          </p:cNvPicPr>
          <p:nvPr/>
        </p:nvPicPr>
        <p:blipFill>
          <a:blip r:embed="rId2"/>
          <a:stretch>
            <a:fillRect/>
          </a:stretch>
        </p:blipFill>
        <p:spPr>
          <a:xfrm>
            <a:off x="150312" y="150311"/>
            <a:ext cx="12047738" cy="6636847"/>
          </a:xfrm>
          <a:prstGeom prst="rect">
            <a:avLst/>
          </a:prstGeom>
        </p:spPr>
      </p:pic>
      <p:sp>
        <p:nvSpPr>
          <p:cNvPr id="5" name="Oval 4">
            <a:extLst>
              <a:ext uri="{FF2B5EF4-FFF2-40B4-BE49-F238E27FC236}">
                <a16:creationId xmlns:a16="http://schemas.microsoft.com/office/drawing/2014/main" id="{2DF728E4-51CA-12A5-5FF1-1EC1EC30E10D}"/>
              </a:ext>
            </a:extLst>
          </p:cNvPr>
          <p:cNvSpPr/>
          <p:nvPr/>
        </p:nvSpPr>
        <p:spPr>
          <a:xfrm>
            <a:off x="945715" y="338202"/>
            <a:ext cx="2855934" cy="201669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32023CBF-23D0-4E88-6640-545745ACF85B}"/>
              </a:ext>
            </a:extLst>
          </p:cNvPr>
          <p:cNvSpPr/>
          <p:nvPr/>
        </p:nvSpPr>
        <p:spPr>
          <a:xfrm>
            <a:off x="5657589" y="5989527"/>
            <a:ext cx="630477" cy="505218"/>
          </a:xfrm>
          <a:prstGeom prst="ellipse">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54F5F3F-78B0-BE2B-6730-EBAE919720A3}"/>
              </a:ext>
            </a:extLst>
          </p:cNvPr>
          <p:cNvSpPr/>
          <p:nvPr/>
        </p:nvSpPr>
        <p:spPr>
          <a:xfrm>
            <a:off x="7676367" y="4419598"/>
            <a:ext cx="630477" cy="505218"/>
          </a:xfrm>
          <a:prstGeom prst="ellipse">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7A7610F5-6A31-43BD-2520-8AE3DC01C96C}"/>
              </a:ext>
            </a:extLst>
          </p:cNvPr>
          <p:cNvSpPr/>
          <p:nvPr/>
        </p:nvSpPr>
        <p:spPr>
          <a:xfrm>
            <a:off x="11567786" y="1250514"/>
            <a:ext cx="630477" cy="505218"/>
          </a:xfrm>
          <a:prstGeom prst="ellipse">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43E1ED4E-3586-C857-1017-F5D14FC50D2A}"/>
              </a:ext>
            </a:extLst>
          </p:cNvPr>
          <p:cNvSpPr/>
          <p:nvPr/>
        </p:nvSpPr>
        <p:spPr>
          <a:xfrm>
            <a:off x="288099" y="1117947"/>
            <a:ext cx="1459282"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Biased towards eukaryotes</a:t>
            </a:r>
          </a:p>
        </p:txBody>
      </p:sp>
      <p:sp>
        <p:nvSpPr>
          <p:cNvPr id="10" name="Rectangle: Rounded Corners 9">
            <a:extLst>
              <a:ext uri="{FF2B5EF4-FFF2-40B4-BE49-F238E27FC236}">
                <a16:creationId xmlns:a16="http://schemas.microsoft.com/office/drawing/2014/main" id="{234AE726-52AC-4B23-D0CD-72ED52D691C4}"/>
              </a:ext>
            </a:extLst>
          </p:cNvPr>
          <p:cNvSpPr/>
          <p:nvPr/>
        </p:nvSpPr>
        <p:spPr>
          <a:xfrm>
            <a:off x="9766126" y="5832953"/>
            <a:ext cx="1459282"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Biased towards prokaryotes</a:t>
            </a:r>
          </a:p>
        </p:txBody>
      </p:sp>
      <p:sp>
        <p:nvSpPr>
          <p:cNvPr id="11" name="Rectangle: Rounded Corners 10">
            <a:extLst>
              <a:ext uri="{FF2B5EF4-FFF2-40B4-BE49-F238E27FC236}">
                <a16:creationId xmlns:a16="http://schemas.microsoft.com/office/drawing/2014/main" id="{97D40011-D877-6B49-D40F-6106FAD7DCDB}"/>
              </a:ext>
            </a:extLst>
          </p:cNvPr>
          <p:cNvSpPr/>
          <p:nvPr/>
        </p:nvSpPr>
        <p:spPr>
          <a:xfrm>
            <a:off x="446762" y="5973869"/>
            <a:ext cx="1459282"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Disfavored by both</a:t>
            </a:r>
          </a:p>
        </p:txBody>
      </p:sp>
      <p:sp>
        <p:nvSpPr>
          <p:cNvPr id="12" name="Rectangle: Rounded Corners 11">
            <a:extLst>
              <a:ext uri="{FF2B5EF4-FFF2-40B4-BE49-F238E27FC236}">
                <a16:creationId xmlns:a16="http://schemas.microsoft.com/office/drawing/2014/main" id="{84BC7FA1-6F3A-1575-0B98-DAC65E35EBCD}"/>
              </a:ext>
            </a:extLst>
          </p:cNvPr>
          <p:cNvSpPr/>
          <p:nvPr/>
        </p:nvSpPr>
        <p:spPr>
          <a:xfrm>
            <a:off x="10108504" y="339247"/>
            <a:ext cx="1459282"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Preferred by both</a:t>
            </a:r>
          </a:p>
        </p:txBody>
      </p:sp>
      <p:graphicFrame>
        <p:nvGraphicFramePr>
          <p:cNvPr id="2" name="Table 1">
            <a:extLst>
              <a:ext uri="{FF2B5EF4-FFF2-40B4-BE49-F238E27FC236}">
                <a16:creationId xmlns:a16="http://schemas.microsoft.com/office/drawing/2014/main" id="{F38AC499-5FB6-4F50-FC0F-7FA8E3AE2013}"/>
              </a:ext>
            </a:extLst>
          </p:cNvPr>
          <p:cNvGraphicFramePr>
            <a:graphicFrameLocks noGrp="1"/>
          </p:cNvGraphicFramePr>
          <p:nvPr>
            <p:extLst>
              <p:ext uri="{D42A27DB-BD31-4B8C-83A1-F6EECF244321}">
                <p14:modId xmlns:p14="http://schemas.microsoft.com/office/powerpoint/2010/main" val="4208759609"/>
              </p:ext>
            </p:extLst>
          </p:nvPr>
        </p:nvGraphicFramePr>
        <p:xfrm>
          <a:off x="7048134" y="1688682"/>
          <a:ext cx="4322872" cy="2103120"/>
        </p:xfrm>
        <a:graphic>
          <a:graphicData uri="http://schemas.openxmlformats.org/drawingml/2006/table">
            <a:tbl>
              <a:tblPr firstRow="1" bandRow="1">
                <a:tableStyleId>{5C22544A-7EE6-4342-B048-85BDC9FD1C3A}</a:tableStyleId>
              </a:tblPr>
              <a:tblGrid>
                <a:gridCol w="2161436">
                  <a:extLst>
                    <a:ext uri="{9D8B030D-6E8A-4147-A177-3AD203B41FA5}">
                      <a16:colId xmlns:a16="http://schemas.microsoft.com/office/drawing/2014/main" val="1485290666"/>
                    </a:ext>
                  </a:extLst>
                </a:gridCol>
                <a:gridCol w="2161436">
                  <a:extLst>
                    <a:ext uri="{9D8B030D-6E8A-4147-A177-3AD203B41FA5}">
                      <a16:colId xmlns:a16="http://schemas.microsoft.com/office/drawing/2014/main" val="2571485600"/>
                    </a:ext>
                  </a:extLst>
                </a:gridCol>
              </a:tblGrid>
              <a:tr h="256965">
                <a:tc>
                  <a:txBody>
                    <a:bodyPr/>
                    <a:lstStyle/>
                    <a:p>
                      <a:r>
                        <a:rPr lang="en-US" dirty="0"/>
                        <a:t>Preferred by Eukaryotes</a:t>
                      </a:r>
                    </a:p>
                  </a:txBody>
                  <a:tcPr/>
                </a:tc>
                <a:tc>
                  <a:txBody>
                    <a:bodyPr/>
                    <a:lstStyle/>
                    <a:p>
                      <a:r>
                        <a:rPr lang="en-US" dirty="0"/>
                        <a:t>Preferred by Prokaryotes</a:t>
                      </a:r>
                    </a:p>
                  </a:txBody>
                  <a:tcPr/>
                </a:tc>
                <a:extLst>
                  <a:ext uri="{0D108BD9-81ED-4DB2-BD59-A6C34878D82A}">
                    <a16:rowId xmlns:a16="http://schemas.microsoft.com/office/drawing/2014/main" val="1993873323"/>
                  </a:ext>
                </a:extLst>
              </a:tr>
              <a:tr h="256965">
                <a:tc>
                  <a:txBody>
                    <a:bodyPr/>
                    <a:lstStyle/>
                    <a:p>
                      <a:r>
                        <a:rPr lang="en-US" dirty="0"/>
                        <a:t>CCT - Proline</a:t>
                      </a:r>
                    </a:p>
                  </a:txBody>
                  <a:tcPr/>
                </a:tc>
                <a:tc>
                  <a:txBody>
                    <a:bodyPr/>
                    <a:lstStyle/>
                    <a:p>
                      <a:r>
                        <a:rPr lang="en-US" dirty="0"/>
                        <a:t>CTC – Leucine</a:t>
                      </a:r>
                    </a:p>
                  </a:txBody>
                  <a:tcPr/>
                </a:tc>
                <a:extLst>
                  <a:ext uri="{0D108BD9-81ED-4DB2-BD59-A6C34878D82A}">
                    <a16:rowId xmlns:a16="http://schemas.microsoft.com/office/drawing/2014/main" val="678829902"/>
                  </a:ext>
                </a:extLst>
              </a:tr>
              <a:tr h="256965">
                <a:tc>
                  <a:txBody>
                    <a:bodyPr/>
                    <a:lstStyle/>
                    <a:p>
                      <a:r>
                        <a:rPr lang="en-US" dirty="0"/>
                        <a:t>ACT - Threonine</a:t>
                      </a:r>
                    </a:p>
                  </a:txBody>
                  <a:tcPr/>
                </a:tc>
                <a:tc>
                  <a:txBody>
                    <a:bodyPr/>
                    <a:lstStyle/>
                    <a:p>
                      <a:r>
                        <a:rPr lang="en-US" dirty="0"/>
                        <a:t>TCA – Serine</a:t>
                      </a:r>
                    </a:p>
                  </a:txBody>
                  <a:tcPr/>
                </a:tc>
                <a:extLst>
                  <a:ext uri="{0D108BD9-81ED-4DB2-BD59-A6C34878D82A}">
                    <a16:rowId xmlns:a16="http://schemas.microsoft.com/office/drawing/2014/main" val="2840423505"/>
                  </a:ext>
                </a:extLst>
              </a:tr>
              <a:tr h="256965">
                <a:tc>
                  <a:txBody>
                    <a:bodyPr/>
                    <a:lstStyle/>
                    <a:p>
                      <a:r>
                        <a:rPr lang="en-US" dirty="0"/>
                        <a:t>TCT – Serine</a:t>
                      </a:r>
                    </a:p>
                  </a:txBody>
                  <a:tcPr/>
                </a:tc>
                <a:tc>
                  <a:txBody>
                    <a:bodyPr/>
                    <a:lstStyle/>
                    <a:p>
                      <a:r>
                        <a:rPr lang="en-US" dirty="0"/>
                        <a:t>CGC - Arginine</a:t>
                      </a:r>
                    </a:p>
                  </a:txBody>
                  <a:tcPr/>
                </a:tc>
                <a:extLst>
                  <a:ext uri="{0D108BD9-81ED-4DB2-BD59-A6C34878D82A}">
                    <a16:rowId xmlns:a16="http://schemas.microsoft.com/office/drawing/2014/main" val="1158430035"/>
                  </a:ext>
                </a:extLst>
              </a:tr>
              <a:tr h="256965">
                <a:tc>
                  <a:txBody>
                    <a:bodyPr/>
                    <a:lstStyle/>
                    <a:p>
                      <a:r>
                        <a:rPr lang="en-US" dirty="0"/>
                        <a:t>ATT - Isoleucine</a:t>
                      </a:r>
                    </a:p>
                  </a:txBody>
                  <a:tcPr/>
                </a:tc>
                <a:tc>
                  <a:txBody>
                    <a:bodyPr/>
                    <a:lstStyle/>
                    <a:p>
                      <a:endParaRPr lang="en-US" dirty="0"/>
                    </a:p>
                  </a:txBody>
                  <a:tcPr/>
                </a:tc>
                <a:extLst>
                  <a:ext uri="{0D108BD9-81ED-4DB2-BD59-A6C34878D82A}">
                    <a16:rowId xmlns:a16="http://schemas.microsoft.com/office/drawing/2014/main" val="1290821116"/>
                  </a:ext>
                </a:extLst>
              </a:tr>
            </a:tbl>
          </a:graphicData>
        </a:graphic>
      </p:graphicFrame>
    </p:spTree>
    <p:extLst>
      <p:ext uri="{BB962C8B-B14F-4D97-AF65-F5344CB8AC3E}">
        <p14:creationId xmlns:p14="http://schemas.microsoft.com/office/powerpoint/2010/main" val="367026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etallic 3D bubbles">
            <a:extLst>
              <a:ext uri="{FF2B5EF4-FFF2-40B4-BE49-F238E27FC236}">
                <a16:creationId xmlns:a16="http://schemas.microsoft.com/office/drawing/2014/main" id="{14618C28-ABE5-671E-84BA-90BA7DD1D02F}"/>
              </a:ext>
            </a:extLst>
          </p:cNvPr>
          <p:cNvPicPr>
            <a:picLocks noChangeAspect="1"/>
          </p:cNvPicPr>
          <p:nvPr/>
        </p:nvPicPr>
        <p:blipFill>
          <a:blip r:embed="rId2">
            <a:alphaModFix/>
          </a:blip>
          <a:srcRect t="25732" b="13621"/>
          <a:stretch/>
        </p:blipFill>
        <p:spPr>
          <a:xfrm>
            <a:off x="1" y="0"/>
            <a:ext cx="12191999" cy="6857985"/>
          </a:xfrm>
          <a:prstGeom prst="rect">
            <a:avLst/>
          </a:prstGeom>
        </p:spPr>
      </p:pic>
      <p:sp>
        <p:nvSpPr>
          <p:cNvPr id="13" name="Rectangle 12">
            <a:extLst>
              <a:ext uri="{FF2B5EF4-FFF2-40B4-BE49-F238E27FC236}">
                <a16:creationId xmlns:a16="http://schemas.microsoft.com/office/drawing/2014/main" id="{D50741CA-59A3-4426-8205-D763C968E8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CBE8A5-334C-4A83-9FE7-83EEBF7C5525}"/>
              </a:ext>
            </a:extLst>
          </p:cNvPr>
          <p:cNvSpPr>
            <a:spLocks noGrp="1"/>
          </p:cNvSpPr>
          <p:nvPr>
            <p:ph type="title"/>
          </p:nvPr>
        </p:nvSpPr>
        <p:spPr>
          <a:xfrm>
            <a:off x="914400" y="2583874"/>
            <a:ext cx="5296829" cy="2884767"/>
          </a:xfrm>
        </p:spPr>
        <p:txBody>
          <a:bodyPr vert="horz" lIns="91440" tIns="45720" rIns="91440" bIns="45720" rtlCol="0" anchor="b">
            <a:normAutofit/>
          </a:bodyPr>
          <a:lstStyle/>
          <a:p>
            <a:r>
              <a:rPr lang="en-US" b="1" kern="1200">
                <a:solidFill>
                  <a:srgbClr val="FFFFFF"/>
                </a:solidFill>
                <a:latin typeface="+mj-lt"/>
                <a:ea typeface="+mj-ea"/>
                <a:cs typeface="+mj-cs"/>
              </a:rPr>
              <a:t>Conclusions</a:t>
            </a:r>
          </a:p>
        </p:txBody>
      </p:sp>
      <p:cxnSp>
        <p:nvCxnSpPr>
          <p:cNvPr id="15" name="Straight Connector 14">
            <a:extLst>
              <a:ext uri="{FF2B5EF4-FFF2-40B4-BE49-F238E27FC236}">
                <a16:creationId xmlns:a16="http://schemas.microsoft.com/office/drawing/2014/main" id="{B05D162C-996E-4B39-A3EF-DB9D0EEF2E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7529" y="5832424"/>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285575"/>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EDB2-E4EC-9333-AD4D-1BCC3884DEE6}"/>
              </a:ext>
            </a:extLst>
          </p:cNvPr>
          <p:cNvSpPr>
            <a:spLocks noGrp="1"/>
          </p:cNvSpPr>
          <p:nvPr>
            <p:ph type="title"/>
          </p:nvPr>
        </p:nvSpPr>
        <p:spPr>
          <a:xfrm>
            <a:off x="650535" y="256784"/>
            <a:ext cx="10890929" cy="676404"/>
          </a:xfrm>
        </p:spPr>
        <p:txBody>
          <a:bodyPr>
            <a:normAutofit fontScale="90000"/>
          </a:bodyPr>
          <a:lstStyle/>
          <a:p>
            <a:r>
              <a:rPr lang="en-US" dirty="0"/>
              <a:t>Conclusions</a:t>
            </a:r>
          </a:p>
        </p:txBody>
      </p:sp>
      <p:sp>
        <p:nvSpPr>
          <p:cNvPr id="3" name="Content Placeholder 2">
            <a:extLst>
              <a:ext uri="{FF2B5EF4-FFF2-40B4-BE49-F238E27FC236}">
                <a16:creationId xmlns:a16="http://schemas.microsoft.com/office/drawing/2014/main" id="{09FBF9E8-0879-2C62-0865-275D19A98E82}"/>
              </a:ext>
            </a:extLst>
          </p:cNvPr>
          <p:cNvSpPr>
            <a:spLocks noGrp="1"/>
          </p:cNvSpPr>
          <p:nvPr>
            <p:ph idx="1"/>
          </p:nvPr>
        </p:nvSpPr>
        <p:spPr>
          <a:xfrm>
            <a:off x="640080" y="1252603"/>
            <a:ext cx="11247120" cy="5348613"/>
          </a:xfrm>
        </p:spPr>
        <p:txBody>
          <a:bodyPr>
            <a:normAutofit/>
          </a:bodyPr>
          <a:lstStyle/>
          <a:p>
            <a:r>
              <a:rPr lang="en-US" dirty="0"/>
              <a:t>MSA revealed domains of amino acids with high variability and some reasonably “</a:t>
            </a:r>
            <a:r>
              <a:rPr lang="en-US" dirty="0" err="1"/>
              <a:t>alignable</a:t>
            </a:r>
            <a:r>
              <a:rPr lang="en-US" dirty="0"/>
              <a:t>” domains</a:t>
            </a:r>
          </a:p>
          <a:p>
            <a:pPr lvl="1"/>
            <a:r>
              <a:rPr lang="en-US" dirty="0"/>
              <a:t>N- and C- terminus possibilities with high impact on output in MSA and PCA</a:t>
            </a:r>
          </a:p>
          <a:p>
            <a:r>
              <a:rPr lang="en-US" dirty="0"/>
              <a:t>PCA revealed domain is highest source of variation, as expected – analyze extremes on all axes</a:t>
            </a:r>
          </a:p>
          <a:p>
            <a:pPr lvl="1"/>
            <a:r>
              <a:rPr lang="en-US" dirty="0"/>
              <a:t>More variety within group of eukaryotes than in group of prokaryotes (tighter clustering)</a:t>
            </a:r>
          </a:p>
          <a:p>
            <a:r>
              <a:rPr lang="en-US" dirty="0"/>
              <a:t>Phylogenetic tree pulled out interesting series of combinations and separations between domain, class, and species that are worth studying</a:t>
            </a:r>
          </a:p>
          <a:p>
            <a:pPr lvl="1"/>
            <a:r>
              <a:rPr lang="en-US" dirty="0"/>
              <a:t>Importance of algorithm selection, specifically as related to evolutionary rate</a:t>
            </a:r>
          </a:p>
          <a:p>
            <a:r>
              <a:rPr lang="en-US" dirty="0"/>
              <a:t>GC content showed no statistically significant difference cross-domain – not related to function</a:t>
            </a:r>
          </a:p>
          <a:p>
            <a:r>
              <a:rPr lang="en-US" dirty="0"/>
              <a:t>RSCU revealed different codons biased towards each domain group - analyze</a:t>
            </a:r>
          </a:p>
        </p:txBody>
      </p:sp>
    </p:spTree>
    <p:extLst>
      <p:ext uri="{BB962C8B-B14F-4D97-AF65-F5344CB8AC3E}">
        <p14:creationId xmlns:p14="http://schemas.microsoft.com/office/powerpoint/2010/main" val="14200744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4090C3-0629-8B62-5D71-9DB8431560E4}"/>
              </a:ext>
            </a:extLst>
          </p:cNvPr>
          <p:cNvSpPr>
            <a:spLocks noGrp="1"/>
          </p:cNvSpPr>
          <p:nvPr>
            <p:ph type="title"/>
          </p:nvPr>
        </p:nvSpPr>
        <p:spPr>
          <a:xfrm>
            <a:off x="640079" y="560087"/>
            <a:ext cx="10890929" cy="1387934"/>
          </a:xfrm>
        </p:spPr>
        <p:txBody>
          <a:bodyPr anchor="b">
            <a:normAutofit/>
          </a:bodyPr>
          <a:lstStyle/>
          <a:p>
            <a:r>
              <a:rPr lang="en-US" dirty="0"/>
              <a:t>Future Work</a:t>
            </a:r>
          </a:p>
        </p:txBody>
      </p:sp>
      <p:cxnSp>
        <p:nvCxnSpPr>
          <p:cNvPr id="11" name="Straight Connector 10">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8C3FFB2D-BE15-0E35-2349-B89D17B0C116}"/>
              </a:ext>
            </a:extLst>
          </p:cNvPr>
          <p:cNvGraphicFramePr>
            <a:graphicFrameLocks noGrp="1"/>
          </p:cNvGraphicFramePr>
          <p:nvPr>
            <p:ph idx="1"/>
            <p:extLst>
              <p:ext uri="{D42A27DB-BD31-4B8C-83A1-F6EECF244321}">
                <p14:modId xmlns:p14="http://schemas.microsoft.com/office/powerpoint/2010/main" val="699692246"/>
              </p:ext>
            </p:extLst>
          </p:nvPr>
        </p:nvGraphicFramePr>
        <p:xfrm>
          <a:off x="640079" y="2559050"/>
          <a:ext cx="10890929" cy="373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89578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Video 15" descr="3D Glass Rendering Of Chemical Compounds">
            <a:extLst>
              <a:ext uri="{FF2B5EF4-FFF2-40B4-BE49-F238E27FC236}">
                <a16:creationId xmlns:a16="http://schemas.microsoft.com/office/drawing/2014/main" id="{B5F236A7-F6AA-4515-599B-D0E5570AF550}"/>
              </a:ext>
            </a:extLst>
          </p:cNvPr>
          <p:cNvPicPr>
            <a:picLocks noGrp="1" noRot="1" noChangeAspect="1" noMove="1" noResize="1" noEditPoints="1" noAdjustHandles="1" noChangeArrowheads="1" noChangeShapeType="1" noCrop="1"/>
          </p:cNvPicPr>
          <p:nvPr>
            <a:videoFile r:link="rId2"/>
            <p:extLst>
              <p:ext uri="{DAA4B4D4-6D71-4841-9C94-3DE7FCFB9230}">
                <p14:media xmlns:p14="http://schemas.microsoft.com/office/powerpoint/2010/main" r:embed="rId1"/>
              </p:ext>
            </p:extLst>
          </p:nvPr>
        </p:nvPicPr>
        <p:blipFill>
          <a:blip r:embed="rId4">
            <a:alphaModFix/>
          </a:blip>
          <a:srcRect r="1" b="285"/>
          <a:stretch/>
        </p:blipFill>
        <p:spPr>
          <a:xfrm>
            <a:off x="-1" y="10"/>
            <a:ext cx="12191999" cy="6857985"/>
          </a:xfrm>
          <a:prstGeom prst="rect">
            <a:avLst/>
          </a:prstGeom>
        </p:spPr>
      </p:pic>
      <p:sp>
        <p:nvSpPr>
          <p:cNvPr id="24" name="Rectangle 23">
            <a:extLst>
              <a:ext uri="{FF2B5EF4-FFF2-40B4-BE49-F238E27FC236}">
                <a16:creationId xmlns:a16="http://schemas.microsoft.com/office/drawing/2014/main" id="{D50741CA-59A3-4426-8205-D763C968E8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B05D162C-996E-4B39-A3EF-DB9D0EEF2E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7529" y="5832424"/>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5048DCC-F76B-7235-A1EE-CC2F1EFDE297}"/>
              </a:ext>
            </a:extLst>
          </p:cNvPr>
          <p:cNvSpPr txBox="1"/>
          <p:nvPr/>
        </p:nvSpPr>
        <p:spPr>
          <a:xfrm>
            <a:off x="274665" y="284728"/>
            <a:ext cx="3047885" cy="5262979"/>
          </a:xfrm>
          <a:prstGeom prst="rect">
            <a:avLst/>
          </a:prstGeom>
          <a:solidFill>
            <a:schemeClr val="tx1">
              <a:lumMod val="75000"/>
            </a:schemeClr>
          </a:solidFill>
        </p:spPr>
        <p:txBody>
          <a:bodyPr wrap="square">
            <a:spAutoFit/>
          </a:bodyPr>
          <a:lstStyle/>
          <a:p>
            <a:r>
              <a:rPr lang="en-US" sz="1400" dirty="0"/>
              <a:t>While nothing completely revolutionary was discovered, it was interesting to have a practical application of so many different bioinformatics techniques in conjunction &amp; gain further appreciation</a:t>
            </a:r>
          </a:p>
          <a:p>
            <a:endParaRPr lang="en-US" sz="1400" dirty="0"/>
          </a:p>
          <a:p>
            <a:r>
              <a:rPr lang="en-US" sz="1400" dirty="0"/>
              <a:t>Pull out ideas for future analyses</a:t>
            </a:r>
          </a:p>
          <a:p>
            <a:endParaRPr lang="en-US" sz="1400" dirty="0"/>
          </a:p>
          <a:p>
            <a:r>
              <a:rPr lang="en-US" sz="1400" dirty="0"/>
              <a:t>Combine the techniques with validation methods and visualizations</a:t>
            </a:r>
          </a:p>
          <a:p>
            <a:endParaRPr lang="en-US" sz="1400" dirty="0"/>
          </a:p>
          <a:p>
            <a:r>
              <a:rPr lang="en-US" sz="1400" dirty="0"/>
              <a:t>Automation of so many of these functions through variety of R packages</a:t>
            </a:r>
          </a:p>
          <a:p>
            <a:pPr lvl="1"/>
            <a:r>
              <a:rPr lang="en-US" sz="1400" dirty="0"/>
              <a:t>PROS: easy to perform, quick, integrated environment, variety of open-source packages</a:t>
            </a:r>
          </a:p>
          <a:p>
            <a:pPr lvl="1"/>
            <a:r>
              <a:rPr lang="en-US" sz="1400" dirty="0"/>
              <a:t>CONS: harder to determine sources of error, learning curve</a:t>
            </a:r>
          </a:p>
        </p:txBody>
      </p:sp>
    </p:spTree>
    <p:extLst>
      <p:ext uri="{BB962C8B-B14F-4D97-AF65-F5344CB8AC3E}">
        <p14:creationId xmlns:p14="http://schemas.microsoft.com/office/powerpoint/2010/main" val="336275129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941" fill="hold"/>
                                        <p:tgtEl>
                                          <p:spTgt spid="16"/>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5" restart="whenNotActive" fill="hold" evtFilter="cancelBubble" nodeType="interactiveSeq">
                <p:stCondLst>
                  <p:cond evt="onClick" delay="0">
                    <p:tgtEl>
                      <p:spTgt spid="16"/>
                    </p:tgtEl>
                  </p:cond>
                </p:stCondLst>
                <p:endSync evt="end" delay="0">
                  <p:rtn val="all"/>
                </p:endSync>
                <p:childTnLst>
                  <p:par>
                    <p:cTn id="16" fill="hold">
                      <p:stCondLst>
                        <p:cond delay="0"/>
                      </p:stCondLst>
                      <p:childTnLst>
                        <p:par>
                          <p:cTn id="17" fill="hold">
                            <p:stCondLst>
                              <p:cond delay="0"/>
                            </p:stCondLst>
                            <p:childTnLst>
                              <p:par>
                                <p:cTn id="18" presetID="2" presetClass="mediacall" presetSubtype="0" fill="hold" nodeType="clickEffect">
                                  <p:stCondLst>
                                    <p:cond delay="0"/>
                                  </p:stCondLst>
                                  <p:childTnLst>
                                    <p:cmd type="call" cmd="togglePause">
                                      <p:cBhvr>
                                        <p:cTn id="19" dur="1" fill="hold"/>
                                        <p:tgtEl>
                                          <p:spTgt spid="16"/>
                                        </p:tgtEl>
                                      </p:cBhvr>
                                    </p:cmd>
                                  </p:childTnLst>
                                </p:cTn>
                              </p:par>
                            </p:childTnLst>
                          </p:cTn>
                        </p:par>
                      </p:childTnLst>
                    </p:cTn>
                  </p:par>
                </p:childTnLst>
              </p:cTn>
              <p:nextCondLst>
                <p:cond evt="onClick" delay="0">
                  <p:tgtEl>
                    <p:spTgt spid="16"/>
                  </p:tgtEl>
                </p:cond>
              </p:nextCondLst>
            </p:seq>
            <p:video>
              <p:cMediaNode mute="1">
                <p:cTn id="20" repeatCount="indefinite" fill="hold" display="0">
                  <p:stCondLst>
                    <p:cond delay="indefinite"/>
                  </p:stCondLst>
                </p:cTn>
                <p:tgtEl>
                  <p:spTgt spid="16"/>
                </p:tgtEl>
              </p:cMediaNode>
            </p:video>
          </p:childTnLst>
        </p:cTn>
      </p:par>
    </p:tnLst>
    <p:bldLst>
      <p:bldP spid="3" grpId="0" animBg="1"/>
      <p:bldP spid="3"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CEA80-8098-F1DB-DCAC-38C7E4C95D98}"/>
              </a:ext>
            </a:extLst>
          </p:cNvPr>
          <p:cNvSpPr>
            <a:spLocks noGrp="1"/>
          </p:cNvSpPr>
          <p:nvPr>
            <p:ph type="title"/>
          </p:nvPr>
        </p:nvSpPr>
        <p:spPr>
          <a:xfrm>
            <a:off x="640079" y="156576"/>
            <a:ext cx="10890929" cy="1097280"/>
          </a:xfrm>
        </p:spPr>
        <p:txBody>
          <a:bodyPr/>
          <a:lstStyle/>
          <a:p>
            <a:r>
              <a:rPr lang="en-US" dirty="0"/>
              <a:t>Bibliography</a:t>
            </a:r>
          </a:p>
        </p:txBody>
      </p:sp>
      <p:sp>
        <p:nvSpPr>
          <p:cNvPr id="3" name="Content Placeholder 2">
            <a:extLst>
              <a:ext uri="{FF2B5EF4-FFF2-40B4-BE49-F238E27FC236}">
                <a16:creationId xmlns:a16="http://schemas.microsoft.com/office/drawing/2014/main" id="{FF7A9878-6C38-FA43-50DA-CCD710787B61}"/>
              </a:ext>
            </a:extLst>
          </p:cNvPr>
          <p:cNvSpPr>
            <a:spLocks noGrp="1"/>
          </p:cNvSpPr>
          <p:nvPr>
            <p:ph idx="1"/>
          </p:nvPr>
        </p:nvSpPr>
        <p:spPr>
          <a:xfrm>
            <a:off x="357237" y="1116069"/>
            <a:ext cx="5062394" cy="3713967"/>
          </a:xfrm>
        </p:spPr>
        <p:txBody>
          <a:bodyPr>
            <a:noAutofit/>
          </a:bodyPr>
          <a:lstStyle/>
          <a:p>
            <a:pPr algn="l">
              <a:buNone/>
            </a:pPr>
            <a:r>
              <a:rPr lang="en-US" sz="1000" b="0" i="0" dirty="0" err="1">
                <a:solidFill>
                  <a:srgbClr val="000000"/>
                </a:solidFill>
                <a:effectLst/>
              </a:rPr>
              <a:t>DiGiaocomo</a:t>
            </a:r>
            <a:r>
              <a:rPr lang="en-US" sz="1000" b="0" i="0" dirty="0">
                <a:solidFill>
                  <a:srgbClr val="000000"/>
                </a:solidFill>
                <a:effectLst/>
              </a:rPr>
              <a:t>, J., McKay, C., &amp; Davila, A.</a:t>
            </a:r>
            <a:br>
              <a:rPr lang="en-US" sz="1000" b="0" i="0" dirty="0">
                <a:solidFill>
                  <a:srgbClr val="000000"/>
                </a:solidFill>
                <a:effectLst/>
              </a:rPr>
            </a:br>
            <a:r>
              <a:rPr lang="en-US" sz="1000" b="0" i="0" dirty="0">
                <a:solidFill>
                  <a:srgbClr val="000000"/>
                </a:solidFill>
                <a:effectLst/>
              </a:rPr>
              <a:t>(n.d.). </a:t>
            </a:r>
            <a:r>
              <a:rPr lang="en-US" sz="1000" b="0" i="0" dirty="0" err="1">
                <a:solidFill>
                  <a:srgbClr val="000000"/>
                </a:solidFill>
                <a:effectLst/>
              </a:rPr>
              <a:t>ThermoBase</a:t>
            </a:r>
            <a:r>
              <a:rPr lang="en-US" sz="1000" b="0" i="0" dirty="0">
                <a:solidFill>
                  <a:srgbClr val="000000"/>
                </a:solidFill>
                <a:effectLst/>
              </a:rPr>
              <a:t>: A Centralized Database of Thermophiles and Hyperthermophiles.</a:t>
            </a:r>
            <a:r>
              <a:rPr lang="en-US" sz="1000" dirty="0">
                <a:solidFill>
                  <a:srgbClr val="000000"/>
                </a:solidFill>
              </a:rPr>
              <a:t> </a:t>
            </a:r>
            <a:r>
              <a:rPr lang="en-US" sz="1000" b="0" i="0" dirty="0" err="1">
                <a:solidFill>
                  <a:srgbClr val="000000"/>
                </a:solidFill>
                <a:effectLst/>
              </a:rPr>
              <a:t>Thermobase</a:t>
            </a:r>
            <a:r>
              <a:rPr lang="en-US" sz="1000" b="0" i="0" dirty="0">
                <a:solidFill>
                  <a:srgbClr val="000000"/>
                </a:solidFill>
                <a:effectLst/>
              </a:rPr>
              <a:t>. </a:t>
            </a:r>
            <a:r>
              <a:rPr lang="en-US" sz="1000" b="0" i="0" dirty="0">
                <a:solidFill>
                  <a:srgbClr val="000000"/>
                </a:solidFill>
                <a:effectLst/>
                <a:hlinkClick r:id="rId2"/>
              </a:rPr>
              <a:t>https://togodb.org/db/thermobase</a:t>
            </a:r>
            <a:r>
              <a:rPr lang="en-US" sz="1000" b="0" i="0" dirty="0">
                <a:solidFill>
                  <a:srgbClr val="000000"/>
                </a:solidFill>
                <a:effectLst/>
              </a:rPr>
              <a:t> </a:t>
            </a:r>
          </a:p>
          <a:p>
            <a:pPr algn="l">
              <a:buNone/>
            </a:pPr>
            <a:r>
              <a:rPr lang="en-US" sz="1000" b="0" i="0" dirty="0">
                <a:solidFill>
                  <a:srgbClr val="000000"/>
                </a:solidFill>
                <a:effectLst/>
              </a:rPr>
              <a:t>Gupta RS, Bustard K, Falah M, Singh D.</a:t>
            </a:r>
            <a:br>
              <a:rPr lang="en-US" sz="1000" b="0" i="0" dirty="0">
                <a:solidFill>
                  <a:srgbClr val="000000"/>
                </a:solidFill>
                <a:effectLst/>
              </a:rPr>
            </a:br>
            <a:r>
              <a:rPr lang="en-US" sz="1000" b="0" i="0" dirty="0">
                <a:solidFill>
                  <a:srgbClr val="000000"/>
                </a:solidFill>
                <a:effectLst/>
              </a:rPr>
              <a:t>1997.Sequencing of heat shock protein 70 (</a:t>
            </a:r>
            <a:r>
              <a:rPr lang="en-US" sz="1000" b="0" i="0" dirty="0" err="1">
                <a:solidFill>
                  <a:srgbClr val="000000"/>
                </a:solidFill>
                <a:effectLst/>
              </a:rPr>
              <a:t>DnaK</a:t>
            </a:r>
            <a:r>
              <a:rPr lang="en-US" sz="1000" b="0" i="0" dirty="0">
                <a:solidFill>
                  <a:srgbClr val="000000"/>
                </a:solidFill>
                <a:effectLst/>
              </a:rPr>
              <a:t>) homologs from </a:t>
            </a:r>
            <a:r>
              <a:rPr lang="en-US" sz="1000" b="0" i="0" dirty="0" err="1">
                <a:solidFill>
                  <a:srgbClr val="000000"/>
                </a:solidFill>
                <a:effectLst/>
              </a:rPr>
              <a:t>Deinococcus</a:t>
            </a:r>
            <a:br>
              <a:rPr lang="en-US" sz="1000" b="0" i="0" dirty="0">
                <a:solidFill>
                  <a:srgbClr val="000000"/>
                </a:solidFill>
                <a:effectLst/>
              </a:rPr>
            </a:br>
            <a:r>
              <a:rPr lang="en-US" sz="1000" b="0" i="0" dirty="0" err="1">
                <a:solidFill>
                  <a:srgbClr val="000000"/>
                </a:solidFill>
                <a:effectLst/>
              </a:rPr>
              <a:t>proteolyticus</a:t>
            </a:r>
            <a:r>
              <a:rPr lang="en-US" sz="1000" b="0" i="0" dirty="0">
                <a:solidFill>
                  <a:srgbClr val="000000"/>
                </a:solidFill>
                <a:effectLst/>
              </a:rPr>
              <a:t> and </a:t>
            </a:r>
            <a:r>
              <a:rPr lang="en-US" sz="1000" b="0" i="0" dirty="0" err="1">
                <a:solidFill>
                  <a:srgbClr val="000000"/>
                </a:solidFill>
                <a:effectLst/>
              </a:rPr>
              <a:t>Thermomicrobium</a:t>
            </a:r>
            <a:r>
              <a:rPr lang="en-US" sz="1000" b="0" i="0" dirty="0">
                <a:solidFill>
                  <a:srgbClr val="000000"/>
                </a:solidFill>
                <a:effectLst/>
              </a:rPr>
              <a:t> </a:t>
            </a:r>
            <a:r>
              <a:rPr lang="en-US" sz="1000" b="0" i="0" dirty="0" err="1">
                <a:solidFill>
                  <a:srgbClr val="000000"/>
                </a:solidFill>
                <a:effectLst/>
              </a:rPr>
              <a:t>roseum</a:t>
            </a:r>
            <a:r>
              <a:rPr lang="en-US" sz="1000" b="0" i="0" dirty="0">
                <a:solidFill>
                  <a:srgbClr val="000000"/>
                </a:solidFill>
                <a:effectLst/>
              </a:rPr>
              <a:t> and their integration in a protein-based</a:t>
            </a:r>
            <a:br>
              <a:rPr lang="en-US" sz="1000" b="0" i="0" dirty="0">
                <a:solidFill>
                  <a:srgbClr val="000000"/>
                </a:solidFill>
                <a:effectLst/>
              </a:rPr>
            </a:br>
            <a:r>
              <a:rPr lang="en-US" sz="1000" b="0" i="0" dirty="0">
                <a:solidFill>
                  <a:srgbClr val="000000"/>
                </a:solidFill>
                <a:effectLst/>
              </a:rPr>
              <a:t>phylogeny of prokaryotes. J Bacteriol179:.https://doi.org/10.1128/jb.179.2.345-357.1997 </a:t>
            </a:r>
            <a:br>
              <a:rPr lang="en-US" sz="1000" b="0" i="0" dirty="0">
                <a:solidFill>
                  <a:srgbClr val="000000"/>
                </a:solidFill>
                <a:effectLst/>
              </a:rPr>
            </a:br>
            <a:endParaRPr lang="en-US" sz="1000" b="0" i="0" dirty="0">
              <a:solidFill>
                <a:srgbClr val="000000"/>
              </a:solidFill>
              <a:effectLst/>
            </a:endParaRPr>
          </a:p>
          <a:p>
            <a:pPr algn="l">
              <a:buNone/>
            </a:pPr>
            <a:r>
              <a:rPr lang="en-US" sz="1000" b="0" i="0" dirty="0">
                <a:solidFill>
                  <a:srgbClr val="000000"/>
                </a:solidFill>
                <a:effectLst/>
              </a:rPr>
              <a:t>Gupta, R. S., &amp; Singh, B.</a:t>
            </a:r>
            <a:br>
              <a:rPr lang="en-US" sz="1000" b="0" i="0" dirty="0">
                <a:solidFill>
                  <a:srgbClr val="000000"/>
                </a:solidFill>
                <a:effectLst/>
              </a:rPr>
            </a:br>
            <a:r>
              <a:rPr lang="en-US" sz="1000" b="0" i="0" dirty="0">
                <a:solidFill>
                  <a:srgbClr val="000000"/>
                </a:solidFill>
                <a:effectLst/>
              </a:rPr>
              <a:t>(1994). Phylogenetic analysis of 70 </a:t>
            </a:r>
            <a:r>
              <a:rPr lang="en-US" sz="1000" b="0" i="0" dirty="0" err="1">
                <a:solidFill>
                  <a:srgbClr val="000000"/>
                </a:solidFill>
                <a:effectLst/>
              </a:rPr>
              <a:t>kD</a:t>
            </a:r>
            <a:r>
              <a:rPr lang="en-US" sz="1000" b="0" i="0" dirty="0">
                <a:solidFill>
                  <a:srgbClr val="000000"/>
                </a:solidFill>
                <a:effectLst/>
              </a:rPr>
              <a:t> heat shock protein sequences suggests a chimeric</a:t>
            </a:r>
            <a:r>
              <a:rPr lang="en-US" sz="1000" dirty="0">
                <a:solidFill>
                  <a:srgbClr val="000000"/>
                </a:solidFill>
              </a:rPr>
              <a:t> </a:t>
            </a:r>
            <a:r>
              <a:rPr lang="en-US" sz="1000" b="0" i="0" dirty="0">
                <a:solidFill>
                  <a:srgbClr val="000000"/>
                </a:solidFill>
                <a:effectLst/>
              </a:rPr>
              <a:t>origin for the eukaryotic cell nucleus. Current biology : CB, 4(12), 1104–1114.</a:t>
            </a:r>
            <a:r>
              <a:rPr lang="en-US" sz="1000" dirty="0">
                <a:solidFill>
                  <a:srgbClr val="000000"/>
                </a:solidFill>
              </a:rPr>
              <a:t> </a:t>
            </a:r>
            <a:r>
              <a:rPr lang="en-US" sz="1000" b="0" i="0" dirty="0">
                <a:solidFill>
                  <a:srgbClr val="000000"/>
                </a:solidFill>
                <a:effectLst/>
                <a:hlinkClick r:id="rId3"/>
              </a:rPr>
              <a:t>https://doi.org/10.1016/s0960-9822(00)00249-9</a:t>
            </a:r>
            <a:r>
              <a:rPr lang="en-US" sz="1000" b="0" i="0" dirty="0">
                <a:solidFill>
                  <a:srgbClr val="000000"/>
                </a:solidFill>
                <a:effectLst/>
              </a:rPr>
              <a:t> </a:t>
            </a:r>
            <a:br>
              <a:rPr lang="en-US" sz="1000" b="0" i="0" dirty="0">
                <a:solidFill>
                  <a:srgbClr val="000000"/>
                </a:solidFill>
                <a:effectLst/>
              </a:rPr>
            </a:br>
            <a:endParaRPr lang="en-US" sz="1000" b="0" i="0" dirty="0">
              <a:solidFill>
                <a:srgbClr val="000000"/>
              </a:solidFill>
              <a:effectLst/>
            </a:endParaRPr>
          </a:p>
          <a:p>
            <a:pPr algn="l">
              <a:buNone/>
            </a:pPr>
            <a:r>
              <a:rPr lang="en-US" sz="1000" b="0" i="0" dirty="0">
                <a:solidFill>
                  <a:srgbClr val="000000"/>
                </a:solidFill>
                <a:effectLst/>
              </a:rPr>
              <a:t>H B Rappaport, Angela M Oliverio,</a:t>
            </a:r>
            <a:br>
              <a:rPr lang="en-US" sz="1000" b="0" i="0" dirty="0">
                <a:solidFill>
                  <a:srgbClr val="000000"/>
                </a:solidFill>
                <a:effectLst/>
              </a:rPr>
            </a:br>
            <a:r>
              <a:rPr lang="en-US" sz="1000" b="0" i="0" dirty="0">
                <a:solidFill>
                  <a:srgbClr val="000000"/>
                </a:solidFill>
                <a:effectLst/>
              </a:rPr>
              <a:t>Lessons from Extremophiles: Functional Adaptations and Genomic Innovations across</a:t>
            </a:r>
            <a:r>
              <a:rPr lang="en-US" sz="1000" dirty="0">
                <a:solidFill>
                  <a:srgbClr val="000000"/>
                </a:solidFill>
              </a:rPr>
              <a:t> t</a:t>
            </a:r>
            <a:r>
              <a:rPr lang="en-US" sz="1000" b="0" i="0" dirty="0">
                <a:solidFill>
                  <a:srgbClr val="000000"/>
                </a:solidFill>
                <a:effectLst/>
              </a:rPr>
              <a:t>he Eukaryotic Tree of Life, Genome Biology and Evolution, Volume 16, Issue 8, August</a:t>
            </a:r>
            <a:r>
              <a:rPr lang="en-US" sz="1000" dirty="0">
                <a:solidFill>
                  <a:srgbClr val="000000"/>
                </a:solidFill>
              </a:rPr>
              <a:t> </a:t>
            </a:r>
            <a:r>
              <a:rPr lang="en-US" sz="1000" b="0" i="0" dirty="0">
                <a:solidFill>
                  <a:srgbClr val="000000"/>
                </a:solidFill>
                <a:effectLst/>
              </a:rPr>
              <a:t>2024, evae160, </a:t>
            </a:r>
            <a:r>
              <a:rPr lang="en-US" sz="1000" b="0" i="0" dirty="0">
                <a:solidFill>
                  <a:srgbClr val="000000"/>
                </a:solidFill>
                <a:effectLst/>
                <a:hlinkClick r:id="rId4"/>
              </a:rPr>
              <a:t>https://doi.org/10.1093/gbe/evae160</a:t>
            </a:r>
            <a:r>
              <a:rPr lang="en-US" sz="1000" b="0" i="0" dirty="0">
                <a:solidFill>
                  <a:srgbClr val="000000"/>
                </a:solidFill>
                <a:effectLst/>
              </a:rPr>
              <a:t> </a:t>
            </a:r>
            <a:br>
              <a:rPr lang="en-US" sz="1000" b="0" i="0" dirty="0">
                <a:solidFill>
                  <a:srgbClr val="000000"/>
                </a:solidFill>
                <a:effectLst/>
              </a:rPr>
            </a:br>
            <a:endParaRPr lang="en-US" sz="1000" b="0" i="0" dirty="0">
              <a:solidFill>
                <a:srgbClr val="000000"/>
              </a:solidFill>
              <a:effectLst/>
            </a:endParaRPr>
          </a:p>
          <a:p>
            <a:pPr algn="l">
              <a:buNone/>
            </a:pPr>
            <a:r>
              <a:rPr lang="en-US" sz="1000" b="0" i="0" dirty="0">
                <a:solidFill>
                  <a:srgbClr val="000000"/>
                </a:solidFill>
                <a:effectLst/>
              </a:rPr>
              <a:t>Hu, C., Yang, J., Qi, Z., Wu, H., Wang, B., Zou, F., Mei, H., Liu, J., Wang, W., &amp; Liu, Q.</a:t>
            </a:r>
            <a:br>
              <a:rPr lang="en-US" sz="1000" b="0" i="0" dirty="0">
                <a:solidFill>
                  <a:srgbClr val="000000"/>
                </a:solidFill>
                <a:effectLst/>
              </a:rPr>
            </a:br>
            <a:r>
              <a:rPr lang="en-US" sz="1000" b="0" i="0" dirty="0">
                <a:solidFill>
                  <a:srgbClr val="000000"/>
                </a:solidFill>
                <a:effectLst/>
              </a:rPr>
              <a:t>(2022). Heat shock proteins: Biological functions, pathological roles, and therapeutic</a:t>
            </a:r>
            <a:br>
              <a:rPr lang="en-US" sz="1000" b="0" i="0" dirty="0">
                <a:solidFill>
                  <a:srgbClr val="000000"/>
                </a:solidFill>
                <a:effectLst/>
              </a:rPr>
            </a:br>
            <a:r>
              <a:rPr lang="en-US" sz="1000" b="0" i="0" dirty="0">
                <a:solidFill>
                  <a:srgbClr val="000000"/>
                </a:solidFill>
                <a:effectLst/>
              </a:rPr>
              <a:t>opportunities. </a:t>
            </a:r>
            <a:r>
              <a:rPr lang="en-US" sz="1000" b="0" i="0" dirty="0" err="1">
                <a:solidFill>
                  <a:srgbClr val="000000"/>
                </a:solidFill>
                <a:effectLst/>
              </a:rPr>
              <a:t>MedComm</a:t>
            </a:r>
            <a:r>
              <a:rPr lang="en-US" sz="1000" b="0" i="0" dirty="0">
                <a:solidFill>
                  <a:srgbClr val="000000"/>
                </a:solidFill>
                <a:effectLst/>
              </a:rPr>
              <a:t>, 3(3), e161. </a:t>
            </a:r>
            <a:r>
              <a:rPr lang="en-US" sz="1000" b="0" i="0" dirty="0">
                <a:solidFill>
                  <a:srgbClr val="000000"/>
                </a:solidFill>
                <a:effectLst/>
                <a:hlinkClick r:id="rId5"/>
              </a:rPr>
              <a:t>https://doi.org/10.1002/mco2.161</a:t>
            </a:r>
            <a:r>
              <a:rPr lang="en-US" sz="1000" b="0" i="0" dirty="0">
                <a:solidFill>
                  <a:srgbClr val="000000"/>
                </a:solidFill>
                <a:effectLst/>
              </a:rPr>
              <a:t> </a:t>
            </a:r>
            <a:br>
              <a:rPr lang="en-US" sz="1000" b="0" i="0" dirty="0">
                <a:solidFill>
                  <a:srgbClr val="000000"/>
                </a:solidFill>
                <a:effectLst/>
              </a:rPr>
            </a:br>
            <a:endParaRPr lang="en-US" sz="1000" b="0" i="0" dirty="0">
              <a:solidFill>
                <a:srgbClr val="000000"/>
              </a:solidFill>
              <a:effectLst/>
            </a:endParaRPr>
          </a:p>
          <a:p>
            <a:pPr algn="l">
              <a:buNone/>
            </a:pPr>
            <a:r>
              <a:rPr lang="en-US" sz="1000" b="0" i="0" dirty="0">
                <a:solidFill>
                  <a:srgbClr val="000000"/>
                </a:solidFill>
                <a:effectLst/>
              </a:rPr>
              <a:t>Hurst, L. D., &amp; Merchant, A. R.</a:t>
            </a:r>
            <a:br>
              <a:rPr lang="en-US" sz="1000" b="0" i="0" dirty="0">
                <a:solidFill>
                  <a:srgbClr val="000000"/>
                </a:solidFill>
                <a:effectLst/>
              </a:rPr>
            </a:br>
            <a:r>
              <a:rPr lang="en-US" sz="1000" b="0" i="0" dirty="0">
                <a:solidFill>
                  <a:srgbClr val="000000"/>
                </a:solidFill>
                <a:effectLst/>
              </a:rPr>
              <a:t>(2001). High guanine-cytosine content is not an adaptation to high temperature: a</a:t>
            </a:r>
            <a:br>
              <a:rPr lang="en-US" sz="1000" b="0" i="0" dirty="0">
                <a:solidFill>
                  <a:srgbClr val="000000"/>
                </a:solidFill>
                <a:effectLst/>
              </a:rPr>
            </a:br>
            <a:r>
              <a:rPr lang="en-US" sz="1000" b="0" i="0" dirty="0">
                <a:solidFill>
                  <a:srgbClr val="000000"/>
                </a:solidFill>
                <a:effectLst/>
              </a:rPr>
              <a:t>comparative analysis amongst prokaryotes. Proceedings. Biological sciences, 268(1466),</a:t>
            </a:r>
            <a:r>
              <a:rPr lang="en-US" sz="1000" dirty="0">
                <a:solidFill>
                  <a:srgbClr val="000000"/>
                </a:solidFill>
              </a:rPr>
              <a:t> </a:t>
            </a:r>
            <a:r>
              <a:rPr lang="en-US" sz="1000" b="0" i="0" dirty="0">
                <a:solidFill>
                  <a:srgbClr val="000000"/>
                </a:solidFill>
                <a:effectLst/>
              </a:rPr>
              <a:t>493–497. </a:t>
            </a:r>
            <a:r>
              <a:rPr lang="en-US" sz="1000" b="0" i="0" dirty="0">
                <a:solidFill>
                  <a:srgbClr val="000000"/>
                </a:solidFill>
                <a:effectLst/>
                <a:hlinkClick r:id="rId6"/>
              </a:rPr>
              <a:t>https://doi.org/10.1098/rspb.2000.1397</a:t>
            </a:r>
            <a:r>
              <a:rPr lang="en-US" sz="1000" b="0" i="0" dirty="0">
                <a:solidFill>
                  <a:srgbClr val="000000"/>
                </a:solidFill>
                <a:effectLst/>
              </a:rPr>
              <a:t> </a:t>
            </a:r>
          </a:p>
        </p:txBody>
      </p:sp>
      <p:sp>
        <p:nvSpPr>
          <p:cNvPr id="4" name="TextBox 3">
            <a:extLst>
              <a:ext uri="{FF2B5EF4-FFF2-40B4-BE49-F238E27FC236}">
                <a16:creationId xmlns:a16="http://schemas.microsoft.com/office/drawing/2014/main" id="{D126C665-FF7D-8FD0-EF09-B08D3104A79C}"/>
              </a:ext>
            </a:extLst>
          </p:cNvPr>
          <p:cNvSpPr txBox="1"/>
          <p:nvPr/>
        </p:nvSpPr>
        <p:spPr>
          <a:xfrm>
            <a:off x="5559224" y="409557"/>
            <a:ext cx="6434447" cy="7663636"/>
          </a:xfrm>
          <a:prstGeom prst="rect">
            <a:avLst/>
          </a:prstGeom>
          <a:noFill/>
        </p:spPr>
        <p:txBody>
          <a:bodyPr wrap="square" rtlCol="0">
            <a:spAutoFit/>
          </a:bodyPr>
          <a:lstStyle/>
          <a:p>
            <a:r>
              <a:rPr lang="en-US" sz="1000" b="0" i="0" dirty="0">
                <a:solidFill>
                  <a:srgbClr val="000000"/>
                </a:solidFill>
                <a:effectLst/>
              </a:rPr>
              <a:t>Khan, M. F., &amp; Patra, S.</a:t>
            </a:r>
            <a:br>
              <a:rPr lang="en-US" sz="1000" b="0" i="0" dirty="0">
                <a:solidFill>
                  <a:srgbClr val="000000"/>
                </a:solidFill>
                <a:effectLst/>
              </a:rPr>
            </a:br>
            <a:r>
              <a:rPr lang="en-US" sz="1000" b="0" i="0" dirty="0">
                <a:solidFill>
                  <a:srgbClr val="000000"/>
                </a:solidFill>
                <a:effectLst/>
              </a:rPr>
              <a:t> (2018). Deciphering the rationale behind specific codon usage pattern in</a:t>
            </a:r>
            <a:r>
              <a:rPr lang="en-US" sz="1000" dirty="0">
                <a:solidFill>
                  <a:srgbClr val="000000"/>
                </a:solidFill>
              </a:rPr>
              <a:t> </a:t>
            </a:r>
            <a:r>
              <a:rPr lang="en-US" sz="1000" b="0" i="0" dirty="0">
                <a:solidFill>
                  <a:srgbClr val="000000"/>
                </a:solidFill>
                <a:effectLst/>
              </a:rPr>
              <a:t>extremophiles. Scientific reports, 8(1), 15548. </a:t>
            </a:r>
            <a:r>
              <a:rPr lang="en-US" sz="1000" b="0" i="0" dirty="0">
                <a:solidFill>
                  <a:srgbClr val="000000"/>
                </a:solidFill>
                <a:effectLst/>
                <a:hlinkClick r:id="rId7"/>
              </a:rPr>
              <a:t>https://doi.org/10.1038/s41598-018-33476-x</a:t>
            </a:r>
            <a:r>
              <a:rPr lang="en-US" sz="1000" b="0" i="0" dirty="0">
                <a:solidFill>
                  <a:srgbClr val="000000"/>
                </a:solidFill>
                <a:effectLst/>
              </a:rPr>
              <a:t>  </a:t>
            </a:r>
            <a:br>
              <a:rPr lang="en-US" sz="1000" b="0" i="0" dirty="0">
                <a:solidFill>
                  <a:srgbClr val="000000"/>
                </a:solidFill>
                <a:effectLst/>
              </a:rPr>
            </a:br>
            <a:endParaRPr lang="en-US" sz="1000" b="0" i="0" dirty="0">
              <a:solidFill>
                <a:srgbClr val="000000"/>
              </a:solidFill>
              <a:effectLst/>
            </a:endParaRPr>
          </a:p>
          <a:p>
            <a:r>
              <a:rPr lang="en-US" sz="1000" b="0" i="0" dirty="0">
                <a:solidFill>
                  <a:srgbClr val="000000"/>
                </a:solidFill>
                <a:effectLst/>
              </a:rPr>
              <a:t>Kumar, S., Tamura, K., &amp; Nei, M.</a:t>
            </a:r>
            <a:br>
              <a:rPr lang="en-US" sz="1000" b="0" i="0" dirty="0">
                <a:solidFill>
                  <a:srgbClr val="000000"/>
                </a:solidFill>
                <a:effectLst/>
              </a:rPr>
            </a:br>
            <a:r>
              <a:rPr lang="en-US" sz="1000" b="0" i="0" dirty="0">
                <a:solidFill>
                  <a:srgbClr val="000000"/>
                </a:solidFill>
                <a:effectLst/>
              </a:rPr>
              <a:t>(1993). Basic Sequence Statistics. Retrieved from MEGA Manual: </a:t>
            </a:r>
            <a:r>
              <a:rPr lang="en-US" sz="1000" b="0" i="0" dirty="0">
                <a:solidFill>
                  <a:srgbClr val="000000"/>
                </a:solidFill>
                <a:effectLst/>
                <a:hlinkClick r:id="rId8"/>
              </a:rPr>
              <a:t>https://www.megasoftware.net/mega1_manual/BasicStats.html</a:t>
            </a:r>
            <a:r>
              <a:rPr lang="en-US" sz="1000" b="0" i="0" dirty="0">
                <a:solidFill>
                  <a:srgbClr val="000000"/>
                </a:solidFill>
                <a:effectLst/>
              </a:rPr>
              <a:t> </a:t>
            </a:r>
            <a:br>
              <a:rPr lang="en-US" sz="1000" b="0" i="0" dirty="0">
                <a:solidFill>
                  <a:srgbClr val="000000"/>
                </a:solidFill>
                <a:effectLst/>
              </a:rPr>
            </a:br>
            <a:endParaRPr lang="en-US" sz="1000" b="0" i="0" dirty="0">
              <a:solidFill>
                <a:srgbClr val="000000"/>
              </a:solidFill>
              <a:effectLst/>
            </a:endParaRPr>
          </a:p>
          <a:p>
            <a:r>
              <a:rPr lang="en-US" sz="1000" b="0" i="0" dirty="0" err="1">
                <a:solidFill>
                  <a:srgbClr val="000000"/>
                </a:solidFill>
                <a:effectLst/>
              </a:rPr>
              <a:t>Pagès</a:t>
            </a:r>
            <a:r>
              <a:rPr lang="en-US" sz="1000" b="0" i="0" dirty="0">
                <a:solidFill>
                  <a:srgbClr val="000000"/>
                </a:solidFill>
                <a:effectLst/>
              </a:rPr>
              <a:t> H, </a:t>
            </a:r>
            <a:r>
              <a:rPr lang="en-US" sz="1000" b="0" i="0" dirty="0" err="1">
                <a:solidFill>
                  <a:srgbClr val="000000"/>
                </a:solidFill>
                <a:effectLst/>
              </a:rPr>
              <a:t>Aboyoun</a:t>
            </a:r>
            <a:r>
              <a:rPr lang="en-US" sz="1000" b="0" i="0" dirty="0">
                <a:solidFill>
                  <a:srgbClr val="000000"/>
                </a:solidFill>
                <a:effectLst/>
              </a:rPr>
              <a:t> P, Gentleman R, </a:t>
            </a:r>
            <a:r>
              <a:rPr lang="en-US" sz="1000" b="0" i="0" dirty="0" err="1">
                <a:solidFill>
                  <a:srgbClr val="000000"/>
                </a:solidFill>
                <a:effectLst/>
              </a:rPr>
              <a:t>DebRoy</a:t>
            </a:r>
            <a:r>
              <a:rPr lang="en-US" sz="1000" b="0" i="0" dirty="0">
                <a:solidFill>
                  <a:srgbClr val="000000"/>
                </a:solidFill>
                <a:effectLst/>
              </a:rPr>
              <a:t> S (2024). </a:t>
            </a:r>
            <a:r>
              <a:rPr lang="en-US" sz="1000" b="0" i="0" dirty="0" err="1">
                <a:solidFill>
                  <a:srgbClr val="000000"/>
                </a:solidFill>
                <a:effectLst/>
              </a:rPr>
              <a:t>Biostrings</a:t>
            </a:r>
            <a:r>
              <a:rPr lang="en-US" sz="1000" b="0" i="0" dirty="0">
                <a:solidFill>
                  <a:srgbClr val="000000"/>
                </a:solidFill>
                <a:effectLst/>
              </a:rPr>
              <a:t>: Efficient manipulation of biological strings. R package version</a:t>
            </a:r>
            <a:r>
              <a:rPr lang="en-US" sz="1000" dirty="0">
                <a:solidFill>
                  <a:srgbClr val="000000"/>
                </a:solidFill>
              </a:rPr>
              <a:t> </a:t>
            </a:r>
            <a:r>
              <a:rPr lang="en-US" sz="1000" b="0" i="0" dirty="0">
                <a:solidFill>
                  <a:srgbClr val="000000"/>
                </a:solidFill>
                <a:effectLst/>
              </a:rPr>
              <a:t>2.74.1, </a:t>
            </a:r>
            <a:r>
              <a:rPr lang="en-US" sz="1000" b="0" i="0" dirty="0">
                <a:solidFill>
                  <a:srgbClr val="000000"/>
                </a:solidFill>
                <a:effectLst/>
                <a:hlinkClick r:id="rId9"/>
              </a:rPr>
              <a:t>https://bioconductor.org/packages/Biostrings</a:t>
            </a:r>
            <a:r>
              <a:rPr lang="en-US" sz="1000" b="0" i="0" dirty="0">
                <a:solidFill>
                  <a:srgbClr val="000000"/>
                </a:solidFill>
                <a:effectLst/>
              </a:rPr>
              <a:t>. </a:t>
            </a:r>
            <a:br>
              <a:rPr lang="en-US" sz="1000" b="0" i="0" dirty="0">
                <a:solidFill>
                  <a:srgbClr val="000000"/>
                </a:solidFill>
                <a:effectLst/>
              </a:rPr>
            </a:br>
            <a:endParaRPr lang="en-US" sz="1000" b="0" i="0" dirty="0">
              <a:solidFill>
                <a:srgbClr val="000000"/>
              </a:solidFill>
              <a:effectLst/>
            </a:endParaRPr>
          </a:p>
          <a:p>
            <a:r>
              <a:rPr lang="en-US" sz="1000" b="0" i="0" dirty="0">
                <a:solidFill>
                  <a:srgbClr val="000000"/>
                </a:solidFill>
                <a:effectLst/>
              </a:rPr>
              <a:t>Paradis E, Schliep K (2019). “ape 5.0: an environment for modern phylogenetics and evolutionary analyses in</a:t>
            </a:r>
            <a:r>
              <a:rPr lang="en-US" sz="1000" dirty="0">
                <a:solidFill>
                  <a:srgbClr val="000000"/>
                </a:solidFill>
              </a:rPr>
              <a:t> </a:t>
            </a:r>
            <a:r>
              <a:rPr lang="en-US" sz="1000" b="0" i="0" dirty="0">
                <a:solidFill>
                  <a:srgbClr val="000000"/>
                </a:solidFill>
                <a:effectLst/>
              </a:rPr>
              <a:t>R.” Bioinformatics, 35, 526-528. doi:10.1093/bioinformatics/bty633. </a:t>
            </a:r>
          </a:p>
          <a:p>
            <a:pPr algn="l">
              <a:buNone/>
            </a:pPr>
            <a:endParaRPr lang="en-US" sz="1000" b="0" i="0" dirty="0">
              <a:solidFill>
                <a:srgbClr val="1B1B1B"/>
              </a:solidFill>
              <a:effectLst/>
              <a:latin typeface="Roboto Mono Web"/>
            </a:endParaRPr>
          </a:p>
          <a:p>
            <a:pPr algn="l">
              <a:buNone/>
            </a:pPr>
            <a:r>
              <a:rPr lang="en-US" sz="1000" b="0" i="0" dirty="0">
                <a:solidFill>
                  <a:srgbClr val="1B1B1B"/>
                </a:solidFill>
                <a:effectLst/>
              </a:rPr>
              <a:t>Parvathy, S. T., </a:t>
            </a:r>
            <a:r>
              <a:rPr lang="en-US" sz="1000" b="0" i="0" dirty="0" err="1">
                <a:solidFill>
                  <a:srgbClr val="1B1B1B"/>
                </a:solidFill>
                <a:effectLst/>
              </a:rPr>
              <a:t>Udayasuriyan</a:t>
            </a:r>
            <a:r>
              <a:rPr lang="en-US" sz="1000" b="0" i="0" dirty="0">
                <a:solidFill>
                  <a:srgbClr val="1B1B1B"/>
                </a:solidFill>
                <a:effectLst/>
              </a:rPr>
              <a:t>, V., &amp; </a:t>
            </a:r>
            <a:r>
              <a:rPr lang="en-US" sz="1000" b="0" i="0" dirty="0" err="1">
                <a:solidFill>
                  <a:srgbClr val="1B1B1B"/>
                </a:solidFill>
                <a:effectLst/>
              </a:rPr>
              <a:t>Bhadana</a:t>
            </a:r>
            <a:r>
              <a:rPr lang="en-US" sz="1000" b="0" i="0" dirty="0">
                <a:solidFill>
                  <a:srgbClr val="1B1B1B"/>
                </a:solidFill>
                <a:effectLst/>
              </a:rPr>
              <a:t>, V. (2022). Codon usage bias. </a:t>
            </a:r>
            <a:r>
              <a:rPr lang="en-US" sz="1000" b="0" i="1" dirty="0">
                <a:solidFill>
                  <a:srgbClr val="1B1B1B"/>
                </a:solidFill>
                <a:effectLst/>
              </a:rPr>
              <a:t>Molecular biology reports</a:t>
            </a:r>
            <a:r>
              <a:rPr lang="en-US" sz="1000" b="0" i="0" dirty="0">
                <a:solidFill>
                  <a:srgbClr val="1B1B1B"/>
                </a:solidFill>
                <a:effectLst/>
              </a:rPr>
              <a:t>, </a:t>
            </a:r>
            <a:r>
              <a:rPr lang="en-US" sz="1000" b="0" i="1" dirty="0">
                <a:solidFill>
                  <a:srgbClr val="1B1B1B"/>
                </a:solidFill>
                <a:effectLst/>
              </a:rPr>
              <a:t>49</a:t>
            </a:r>
            <a:r>
              <a:rPr lang="en-US" sz="1000" b="0" i="0" dirty="0">
                <a:solidFill>
                  <a:srgbClr val="1B1B1B"/>
                </a:solidFill>
                <a:effectLst/>
              </a:rPr>
              <a:t>(1), 539–565. </a:t>
            </a:r>
            <a:r>
              <a:rPr lang="en-US" sz="1000" b="0" i="0" dirty="0">
                <a:solidFill>
                  <a:srgbClr val="1B1B1B"/>
                </a:solidFill>
                <a:effectLst/>
                <a:hlinkClick r:id="rId10"/>
              </a:rPr>
              <a:t>https://doi.org/10.1007/s11033-021-06749-4</a:t>
            </a:r>
            <a:r>
              <a:rPr lang="en-US" sz="1000" b="0" i="0" dirty="0">
                <a:solidFill>
                  <a:srgbClr val="1B1B1B"/>
                </a:solidFill>
                <a:effectLst/>
              </a:rPr>
              <a:t> </a:t>
            </a:r>
            <a:br>
              <a:rPr lang="en-US" sz="1000" b="0" i="0" dirty="0">
                <a:solidFill>
                  <a:srgbClr val="000000"/>
                </a:solidFill>
                <a:effectLst/>
              </a:rPr>
            </a:br>
            <a:endParaRPr lang="en-US" sz="1000" b="0" i="0" dirty="0">
              <a:solidFill>
                <a:srgbClr val="000000"/>
              </a:solidFill>
              <a:effectLst/>
            </a:endParaRPr>
          </a:p>
          <a:p>
            <a:pPr algn="l">
              <a:buNone/>
            </a:pPr>
            <a:r>
              <a:rPr lang="en-US" sz="1000" b="0" i="0" dirty="0" err="1">
                <a:solidFill>
                  <a:srgbClr val="000000"/>
                </a:solidFill>
                <a:effectLst/>
              </a:rPr>
              <a:t>Rampelotto</a:t>
            </a:r>
            <a:r>
              <a:rPr lang="en-US" sz="1000" b="0" i="0" dirty="0">
                <a:solidFill>
                  <a:srgbClr val="000000"/>
                </a:solidFill>
                <a:effectLst/>
              </a:rPr>
              <a:t> P. H. (2013). Extremophiles and extreme environments. Life (Basel, Switzerland), 3(3), 482–</a:t>
            </a:r>
            <a:br>
              <a:rPr lang="en-US" sz="1000" b="0" i="0" dirty="0">
                <a:solidFill>
                  <a:srgbClr val="000000"/>
                </a:solidFill>
                <a:effectLst/>
              </a:rPr>
            </a:br>
            <a:r>
              <a:rPr lang="en-US" sz="1000" b="0" i="0" dirty="0">
                <a:solidFill>
                  <a:srgbClr val="000000"/>
                </a:solidFill>
                <a:effectLst/>
              </a:rPr>
              <a:t>485. </a:t>
            </a:r>
            <a:r>
              <a:rPr lang="en-US" sz="1000" b="0" i="0" dirty="0">
                <a:solidFill>
                  <a:srgbClr val="000000"/>
                </a:solidFill>
                <a:effectLst/>
                <a:hlinkClick r:id="rId11"/>
              </a:rPr>
              <a:t>https://doi.org/10.3390/life3030482</a:t>
            </a:r>
            <a:r>
              <a:rPr lang="en-US" sz="1000" b="0" i="0" dirty="0">
                <a:solidFill>
                  <a:srgbClr val="000000"/>
                </a:solidFill>
                <a:effectLst/>
              </a:rPr>
              <a:t> </a:t>
            </a:r>
          </a:p>
          <a:p>
            <a:pPr algn="l">
              <a:buNone/>
            </a:pPr>
            <a:endParaRPr lang="en-US" sz="1000" dirty="0">
              <a:solidFill>
                <a:srgbClr val="000000"/>
              </a:solidFill>
            </a:endParaRPr>
          </a:p>
          <a:p>
            <a:pPr algn="l">
              <a:buNone/>
            </a:pPr>
            <a:r>
              <a:rPr lang="en-US" sz="1000" b="0" i="0" dirty="0">
                <a:solidFill>
                  <a:srgbClr val="374151"/>
                </a:solidFill>
                <a:effectLst/>
              </a:rPr>
              <a:t>Schliep K.P. 2011. </a:t>
            </a:r>
            <a:r>
              <a:rPr lang="en-US" sz="1000" b="0" i="0" dirty="0" err="1">
                <a:solidFill>
                  <a:srgbClr val="374151"/>
                </a:solidFill>
                <a:effectLst/>
              </a:rPr>
              <a:t>phangorn</a:t>
            </a:r>
            <a:r>
              <a:rPr lang="en-US" sz="1000" b="0" i="0" dirty="0">
                <a:solidFill>
                  <a:srgbClr val="374151"/>
                </a:solidFill>
                <a:effectLst/>
              </a:rPr>
              <a:t>: phylogenetic analysis in R. Bioinformatics, 27(4) 592-593</a:t>
            </a:r>
            <a:endParaRPr lang="en-US" sz="1000" b="0" i="0" dirty="0">
              <a:solidFill>
                <a:srgbClr val="000000"/>
              </a:solidFill>
              <a:effectLst/>
            </a:endParaRPr>
          </a:p>
          <a:p>
            <a:pPr algn="l">
              <a:buNone/>
            </a:pPr>
            <a:endParaRPr lang="en-US" sz="1000" b="0" i="0" dirty="0">
              <a:solidFill>
                <a:srgbClr val="000000"/>
              </a:solidFill>
              <a:effectLst/>
            </a:endParaRPr>
          </a:p>
          <a:p>
            <a:pPr algn="l">
              <a:buNone/>
            </a:pPr>
            <a:r>
              <a:rPr lang="en-US" sz="1000" b="0" i="0" dirty="0">
                <a:solidFill>
                  <a:srgbClr val="000000"/>
                </a:solidFill>
                <a:effectLst/>
              </a:rPr>
              <a:t>Singer, G. A., &amp; Hickey, D. A.</a:t>
            </a:r>
            <a:br>
              <a:rPr lang="en-US" sz="1000" b="0" i="0" dirty="0">
                <a:solidFill>
                  <a:srgbClr val="000000"/>
                </a:solidFill>
                <a:effectLst/>
              </a:rPr>
            </a:br>
            <a:r>
              <a:rPr lang="en-US" sz="1000" b="0" i="0" dirty="0">
                <a:solidFill>
                  <a:srgbClr val="000000"/>
                </a:solidFill>
                <a:effectLst/>
              </a:rPr>
              <a:t>(2003). Thermophilic prokaryotes have characteristic patterns of codon usage, amino acid</a:t>
            </a:r>
            <a:br>
              <a:rPr lang="en-US" sz="1000" b="0" i="0" dirty="0">
                <a:solidFill>
                  <a:srgbClr val="000000"/>
                </a:solidFill>
                <a:effectLst/>
              </a:rPr>
            </a:br>
            <a:r>
              <a:rPr lang="en-US" sz="1000" b="0" i="0" dirty="0">
                <a:solidFill>
                  <a:srgbClr val="000000"/>
                </a:solidFill>
                <a:effectLst/>
              </a:rPr>
              <a:t>composition and nucleotide content. Gene, 317(1-2), 39–47.</a:t>
            </a:r>
            <a:br>
              <a:rPr lang="en-US" sz="1000" b="0" i="0" dirty="0">
                <a:solidFill>
                  <a:srgbClr val="000000"/>
                </a:solidFill>
                <a:effectLst/>
              </a:rPr>
            </a:br>
            <a:r>
              <a:rPr lang="en-US" sz="1000" b="0" i="0" dirty="0">
                <a:solidFill>
                  <a:srgbClr val="000000"/>
                </a:solidFill>
                <a:effectLst/>
                <a:hlinkClick r:id="rId12"/>
              </a:rPr>
              <a:t>https://doi.org/10.1016/s0378-1119(03)00660-7</a:t>
            </a:r>
            <a:r>
              <a:rPr lang="en-US" sz="1000" b="0" i="0" dirty="0">
                <a:solidFill>
                  <a:srgbClr val="000000"/>
                </a:solidFill>
                <a:effectLst/>
              </a:rPr>
              <a:t> </a:t>
            </a:r>
          </a:p>
          <a:p>
            <a:pPr algn="l">
              <a:buNone/>
            </a:pPr>
            <a:br>
              <a:rPr lang="en-US" sz="1000" b="0" i="0" dirty="0">
                <a:solidFill>
                  <a:srgbClr val="000000"/>
                </a:solidFill>
                <a:effectLst/>
              </a:rPr>
            </a:br>
            <a:r>
              <a:rPr lang="en-US" sz="1000" b="0" i="0" dirty="0">
                <a:solidFill>
                  <a:srgbClr val="000000"/>
                </a:solidFill>
                <a:effectLst/>
              </a:rPr>
              <a:t>Somayaji, A., Dhanjal, C. R., </a:t>
            </a:r>
            <a:r>
              <a:rPr lang="en-US" sz="1000" b="0" i="0" dirty="0" err="1">
                <a:solidFill>
                  <a:srgbClr val="000000"/>
                </a:solidFill>
                <a:effectLst/>
              </a:rPr>
              <a:t>Lingamsetty</a:t>
            </a:r>
            <a:r>
              <a:rPr lang="en-US" sz="1000" b="0" i="0" dirty="0">
                <a:solidFill>
                  <a:srgbClr val="000000"/>
                </a:solidFill>
                <a:effectLst/>
              </a:rPr>
              <a:t>, R., Vinayagam, R., Selvaraj, R.,</a:t>
            </a:r>
            <a:r>
              <a:rPr lang="en-US" sz="1000" dirty="0">
                <a:solidFill>
                  <a:srgbClr val="000000"/>
                </a:solidFill>
              </a:rPr>
              <a:t> </a:t>
            </a:r>
            <a:r>
              <a:rPr lang="en-US" sz="1000" b="0" i="0" dirty="0" err="1">
                <a:solidFill>
                  <a:srgbClr val="000000"/>
                </a:solidFill>
                <a:effectLst/>
              </a:rPr>
              <a:t>Varadavenkatesan</a:t>
            </a:r>
            <a:r>
              <a:rPr lang="en-US" sz="1000" b="0" i="0" dirty="0">
                <a:solidFill>
                  <a:srgbClr val="000000"/>
                </a:solidFill>
                <a:effectLst/>
              </a:rPr>
              <a:t>, T., &amp; </a:t>
            </a:r>
            <a:r>
              <a:rPr lang="en-US" sz="1000" b="0" i="0" dirty="0" err="1">
                <a:solidFill>
                  <a:srgbClr val="000000"/>
                </a:solidFill>
                <a:effectLst/>
              </a:rPr>
              <a:t>Govarthanan</a:t>
            </a:r>
            <a:r>
              <a:rPr lang="en-US" sz="1000" b="0" i="0" dirty="0">
                <a:solidFill>
                  <a:srgbClr val="000000"/>
                </a:solidFill>
                <a:effectLst/>
              </a:rPr>
              <a:t>, M. (2022). An insight into the mechanisms of</a:t>
            </a:r>
            <a:r>
              <a:rPr lang="en-US" sz="1000" dirty="0">
                <a:solidFill>
                  <a:srgbClr val="000000"/>
                </a:solidFill>
              </a:rPr>
              <a:t> </a:t>
            </a:r>
            <a:r>
              <a:rPr lang="en-US" sz="1000" b="0" i="0" dirty="0">
                <a:solidFill>
                  <a:srgbClr val="000000"/>
                </a:solidFill>
                <a:effectLst/>
              </a:rPr>
              <a:t>homeostasis in extremophiles. Microbiological research, 263, 127115.</a:t>
            </a:r>
            <a:br>
              <a:rPr lang="en-US" sz="1000" b="0" i="0" dirty="0">
                <a:solidFill>
                  <a:srgbClr val="000000"/>
                </a:solidFill>
                <a:effectLst/>
              </a:rPr>
            </a:br>
            <a:r>
              <a:rPr lang="en-US" sz="1000" b="0" i="0" dirty="0">
                <a:solidFill>
                  <a:srgbClr val="000000"/>
                </a:solidFill>
                <a:effectLst/>
                <a:hlinkClick r:id="rId13"/>
              </a:rPr>
              <a:t>https://doi.org/10.1016/j.micres.2022.127115</a:t>
            </a:r>
            <a:r>
              <a:rPr lang="en-US" sz="1000" b="0" i="0" dirty="0">
                <a:solidFill>
                  <a:srgbClr val="000000"/>
                </a:solidFill>
                <a:effectLst/>
              </a:rPr>
              <a:t> </a:t>
            </a:r>
          </a:p>
          <a:p>
            <a:pPr algn="l">
              <a:buNone/>
            </a:pPr>
            <a:br>
              <a:rPr lang="en-US" sz="1000" b="0" i="0" dirty="0">
                <a:solidFill>
                  <a:srgbClr val="000000"/>
                </a:solidFill>
                <a:effectLst/>
              </a:rPr>
            </a:br>
            <a:r>
              <a:rPr lang="en-US" sz="1000" b="0" i="0" dirty="0">
                <a:solidFill>
                  <a:srgbClr val="000000"/>
                </a:solidFill>
                <a:effectLst/>
              </a:rPr>
              <a:t>Trent, J. D., Gabrielsen, M., Jensen, B., Neuhard, J., &amp; Olsen, J.</a:t>
            </a:r>
            <a:br>
              <a:rPr lang="en-US" sz="1000" b="0" i="0" dirty="0">
                <a:solidFill>
                  <a:srgbClr val="000000"/>
                </a:solidFill>
                <a:effectLst/>
              </a:rPr>
            </a:br>
            <a:r>
              <a:rPr lang="en-US" sz="1000" b="0" i="0" dirty="0">
                <a:solidFill>
                  <a:srgbClr val="000000"/>
                </a:solidFill>
                <a:effectLst/>
              </a:rPr>
              <a:t>(1994). Acquired thermotolerance and heat shock proteins in thermophiles from the three</a:t>
            </a:r>
            <a:br>
              <a:rPr lang="en-US" sz="1000" b="0" i="0" dirty="0">
                <a:solidFill>
                  <a:srgbClr val="000000"/>
                </a:solidFill>
                <a:effectLst/>
              </a:rPr>
            </a:br>
            <a:r>
              <a:rPr lang="en-US" sz="1000" b="0" i="0" dirty="0">
                <a:solidFill>
                  <a:srgbClr val="000000"/>
                </a:solidFill>
                <a:effectLst/>
              </a:rPr>
              <a:t>phylogenetic domains. Journal of bacteriology, 176(19), 6148–6152.</a:t>
            </a:r>
            <a:r>
              <a:rPr lang="en-US" sz="1000" dirty="0">
                <a:solidFill>
                  <a:srgbClr val="000000"/>
                </a:solidFill>
              </a:rPr>
              <a:t> </a:t>
            </a:r>
            <a:r>
              <a:rPr lang="en-US" sz="1000" b="0" i="0" dirty="0">
                <a:solidFill>
                  <a:srgbClr val="000000"/>
                </a:solidFill>
                <a:effectLst/>
                <a:hlinkClick r:id="rId14"/>
              </a:rPr>
              <a:t>https://doi.org/10.1128/jb.176.19.6148-6152.1994</a:t>
            </a:r>
            <a:r>
              <a:rPr lang="en-US" sz="1000" b="0" i="0" dirty="0">
                <a:solidFill>
                  <a:srgbClr val="000000"/>
                </a:solidFill>
                <a:effectLst/>
              </a:rPr>
              <a:t> </a:t>
            </a:r>
          </a:p>
          <a:p>
            <a:pPr algn="l">
              <a:buNone/>
            </a:pPr>
            <a:br>
              <a:rPr lang="en-US" sz="1000" b="0" i="0" dirty="0">
                <a:solidFill>
                  <a:srgbClr val="000000"/>
                </a:solidFill>
                <a:effectLst/>
              </a:rPr>
            </a:br>
            <a:r>
              <a:rPr lang="en-US" sz="1000" b="0" i="0" dirty="0">
                <a:solidFill>
                  <a:srgbClr val="000000"/>
                </a:solidFill>
                <a:effectLst/>
              </a:rPr>
              <a:t>Wright ES</a:t>
            </a:r>
            <a:br>
              <a:rPr lang="en-US" sz="1000" b="0" i="0" dirty="0">
                <a:solidFill>
                  <a:srgbClr val="000000"/>
                </a:solidFill>
                <a:effectLst/>
              </a:rPr>
            </a:br>
            <a:r>
              <a:rPr lang="en-US" sz="1000" b="0" i="0" dirty="0">
                <a:solidFill>
                  <a:srgbClr val="000000"/>
                </a:solidFill>
                <a:effectLst/>
              </a:rPr>
              <a:t>(2016). “Using DECIPHER v2.0 to Analyze Big Biological Sequence Data in R.” The R</a:t>
            </a:r>
            <a:r>
              <a:rPr lang="en-US" sz="1000" dirty="0">
                <a:solidFill>
                  <a:srgbClr val="000000"/>
                </a:solidFill>
              </a:rPr>
              <a:t> </a:t>
            </a:r>
            <a:r>
              <a:rPr lang="en-US" sz="1000" b="0" i="0" dirty="0">
                <a:solidFill>
                  <a:srgbClr val="000000"/>
                </a:solidFill>
                <a:effectLst/>
              </a:rPr>
              <a:t>Journal, 8(1), 352-359.</a:t>
            </a:r>
          </a:p>
          <a:p>
            <a:pPr algn="l">
              <a:buNone/>
            </a:pPr>
            <a:br>
              <a:rPr lang="en-US" sz="1000" b="0" i="0" dirty="0">
                <a:solidFill>
                  <a:srgbClr val="000000"/>
                </a:solidFill>
                <a:effectLst/>
              </a:rPr>
            </a:br>
            <a:r>
              <a:rPr lang="en-US" sz="1000" b="0" i="0" dirty="0">
                <a:solidFill>
                  <a:srgbClr val="000000"/>
                </a:solidFill>
                <a:effectLst/>
              </a:rPr>
              <a:t>Zhang H, Liu M, Zi B</a:t>
            </a:r>
            <a:br>
              <a:rPr lang="en-US" sz="1000" b="0" i="0" dirty="0">
                <a:solidFill>
                  <a:srgbClr val="000000"/>
                </a:solidFill>
                <a:effectLst/>
              </a:rPr>
            </a:br>
            <a:r>
              <a:rPr lang="en-US" sz="1000" b="0" i="0" dirty="0">
                <a:solidFill>
                  <a:srgbClr val="000000"/>
                </a:solidFill>
                <a:effectLst/>
              </a:rPr>
              <a:t>(2024). </a:t>
            </a:r>
            <a:r>
              <a:rPr lang="en-US" sz="1000" b="0" i="0" dirty="0" err="1">
                <a:solidFill>
                  <a:srgbClr val="000000"/>
                </a:solidFill>
                <a:effectLst/>
              </a:rPr>
              <a:t>cubar</a:t>
            </a:r>
            <a:r>
              <a:rPr lang="en-US" sz="1000" b="0" i="0" dirty="0">
                <a:solidFill>
                  <a:srgbClr val="000000"/>
                </a:solidFill>
                <a:effectLst/>
              </a:rPr>
              <a:t>: Codon Usage Bias Analysis. R package version 1.1.0.9000,</a:t>
            </a:r>
            <a:r>
              <a:rPr lang="en-US" sz="1000" dirty="0">
                <a:solidFill>
                  <a:srgbClr val="000000"/>
                </a:solidFill>
              </a:rPr>
              <a:t> </a:t>
            </a:r>
            <a:r>
              <a:rPr lang="en-US" sz="1000" b="0" i="0" dirty="0">
                <a:solidFill>
                  <a:srgbClr val="000000"/>
                </a:solidFill>
                <a:effectLst/>
                <a:hlinkClick r:id="rId15"/>
              </a:rPr>
              <a:t>https://github.com/mt1022/cubar</a:t>
            </a:r>
            <a:r>
              <a:rPr lang="en-US" sz="1000" b="0" i="0" dirty="0">
                <a:solidFill>
                  <a:srgbClr val="000000"/>
                </a:solidFill>
                <a:effectLst/>
              </a:rPr>
              <a:t> </a:t>
            </a:r>
          </a:p>
          <a:p>
            <a:pPr>
              <a:buNone/>
            </a:pPr>
            <a:br>
              <a:rPr lang="en-US" b="0" i="0" dirty="0">
                <a:solidFill>
                  <a:srgbClr val="000000"/>
                </a:solidFill>
                <a:effectLst/>
                <a:latin typeface="Lato" panose="020F0502020204030203" pitchFamily="34" charset="0"/>
              </a:rPr>
            </a:br>
            <a:endParaRPr lang="en-US" b="0" i="0" dirty="0">
              <a:solidFill>
                <a:srgbClr val="000000"/>
              </a:solidFill>
              <a:effectLst/>
              <a:latin typeface="Lato" panose="020F0502020204030203" pitchFamily="34" charset="0"/>
            </a:endParaRPr>
          </a:p>
          <a:p>
            <a:pPr algn="l">
              <a:buNone/>
            </a:pPr>
            <a:br>
              <a:rPr lang="en-US" b="0" i="0" dirty="0">
                <a:solidFill>
                  <a:srgbClr val="000000"/>
                </a:solidFill>
                <a:effectLst/>
                <a:latin typeface="Lato" panose="020F0502020204030203" pitchFamily="34" charset="0"/>
              </a:rPr>
            </a:br>
            <a:endParaRPr lang="en-US" dirty="0"/>
          </a:p>
        </p:txBody>
      </p:sp>
    </p:spTree>
    <p:extLst>
      <p:ext uri="{BB962C8B-B14F-4D97-AF65-F5344CB8AC3E}">
        <p14:creationId xmlns:p14="http://schemas.microsoft.com/office/powerpoint/2010/main" val="19178988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0" name="Rectangle 9">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AE1507-72CA-6108-2CA6-8D9F2276067E}"/>
              </a:ext>
            </a:extLst>
          </p:cNvPr>
          <p:cNvSpPr>
            <a:spLocks noGrp="1"/>
          </p:cNvSpPr>
          <p:nvPr>
            <p:ph type="title"/>
          </p:nvPr>
        </p:nvSpPr>
        <p:spPr>
          <a:xfrm>
            <a:off x="1946564" y="1249217"/>
            <a:ext cx="8298873" cy="2258284"/>
          </a:xfrm>
        </p:spPr>
        <p:txBody>
          <a:bodyPr vert="horz" lIns="91440" tIns="45720" rIns="91440" bIns="45720" rtlCol="0" anchor="b">
            <a:normAutofit/>
          </a:bodyPr>
          <a:lstStyle/>
          <a:p>
            <a:pPr algn="ctr"/>
            <a:r>
              <a:rPr lang="en-US" sz="6600"/>
              <a:t>Appendix</a:t>
            </a:r>
          </a:p>
        </p:txBody>
      </p:sp>
      <p:sp>
        <p:nvSpPr>
          <p:cNvPr id="3" name="Text Placeholder 2">
            <a:extLst>
              <a:ext uri="{FF2B5EF4-FFF2-40B4-BE49-F238E27FC236}">
                <a16:creationId xmlns:a16="http://schemas.microsoft.com/office/drawing/2014/main" id="{4786FE62-2DA6-AB25-AC66-6D9010E953DF}"/>
              </a:ext>
            </a:extLst>
          </p:cNvPr>
          <p:cNvSpPr>
            <a:spLocks noGrp="1"/>
          </p:cNvSpPr>
          <p:nvPr>
            <p:ph type="body" idx="1"/>
          </p:nvPr>
        </p:nvSpPr>
        <p:spPr>
          <a:xfrm>
            <a:off x="1946564" y="4490100"/>
            <a:ext cx="8298873" cy="1282843"/>
          </a:xfrm>
        </p:spPr>
        <p:txBody>
          <a:bodyPr vert="horz" lIns="91440" tIns="45720" rIns="91440" bIns="45720" rtlCol="0" anchor="t">
            <a:normAutofit/>
          </a:bodyPr>
          <a:lstStyle/>
          <a:p>
            <a:pPr algn="ctr">
              <a:lnSpc>
                <a:spcPct val="130000"/>
              </a:lnSpc>
            </a:pPr>
            <a:r>
              <a:rPr lang="en-US" sz="2400" b="1" cap="all" spc="300" dirty="0"/>
              <a:t>Code, Images, Raw Data, and Additional Information</a:t>
            </a:r>
          </a:p>
        </p:txBody>
      </p:sp>
      <p:cxnSp>
        <p:nvCxnSpPr>
          <p:cNvPr id="12" name="Straight Connector 11">
            <a:extLst>
              <a:ext uri="{FF2B5EF4-FFF2-40B4-BE49-F238E27FC236}">
                <a16:creationId xmlns:a16="http://schemas.microsoft.com/office/drawing/2014/main" id="{5E10C1D6-7EDE-467F-89EA-E0244EB623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30240" y="4290504"/>
            <a:ext cx="73152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34601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27461-AE31-5DAF-FE5C-99CD2EE2B2FD}"/>
              </a:ext>
            </a:extLst>
          </p:cNvPr>
          <p:cNvSpPr>
            <a:spLocks noGrp="1"/>
          </p:cNvSpPr>
          <p:nvPr>
            <p:ph type="title"/>
          </p:nvPr>
        </p:nvSpPr>
        <p:spPr>
          <a:xfrm>
            <a:off x="541420" y="245445"/>
            <a:ext cx="10890929" cy="1097280"/>
          </a:xfrm>
        </p:spPr>
        <p:txBody>
          <a:bodyPr/>
          <a:lstStyle/>
          <a:p>
            <a:r>
              <a:rPr lang="en-US" dirty="0"/>
              <a:t>PSI-BLAST Results</a:t>
            </a:r>
          </a:p>
        </p:txBody>
      </p:sp>
      <p:pic>
        <p:nvPicPr>
          <p:cNvPr id="4" name="Picture 3">
            <a:extLst>
              <a:ext uri="{FF2B5EF4-FFF2-40B4-BE49-F238E27FC236}">
                <a16:creationId xmlns:a16="http://schemas.microsoft.com/office/drawing/2014/main" id="{20E65210-8B6A-3B26-2264-6C130B4B0B8C}"/>
              </a:ext>
            </a:extLst>
          </p:cNvPr>
          <p:cNvPicPr>
            <a:picLocks noChangeAspect="1"/>
          </p:cNvPicPr>
          <p:nvPr/>
        </p:nvPicPr>
        <p:blipFill>
          <a:blip r:embed="rId2"/>
          <a:stretch>
            <a:fillRect/>
          </a:stretch>
        </p:blipFill>
        <p:spPr>
          <a:xfrm>
            <a:off x="378622" y="1533116"/>
            <a:ext cx="11434755" cy="5079439"/>
          </a:xfrm>
          <a:prstGeom prst="rect">
            <a:avLst/>
          </a:prstGeom>
        </p:spPr>
      </p:pic>
    </p:spTree>
    <p:extLst>
      <p:ext uri="{BB962C8B-B14F-4D97-AF65-F5344CB8AC3E}">
        <p14:creationId xmlns:p14="http://schemas.microsoft.com/office/powerpoint/2010/main" val="26142421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90E7A-E261-054F-5C95-9AF302B7F025}"/>
              </a:ext>
            </a:extLst>
          </p:cNvPr>
          <p:cNvSpPr>
            <a:spLocks noGrp="1"/>
          </p:cNvSpPr>
          <p:nvPr>
            <p:ph type="title"/>
          </p:nvPr>
        </p:nvSpPr>
        <p:spPr>
          <a:xfrm>
            <a:off x="571186" y="156576"/>
            <a:ext cx="10890929" cy="1097280"/>
          </a:xfrm>
        </p:spPr>
        <p:txBody>
          <a:bodyPr/>
          <a:lstStyle/>
          <a:p>
            <a:r>
              <a:rPr lang="en-US" dirty="0"/>
              <a:t>Code for Multiple Sequence Alignment</a:t>
            </a:r>
          </a:p>
        </p:txBody>
      </p:sp>
      <p:pic>
        <p:nvPicPr>
          <p:cNvPr id="4" name="Picture 3">
            <a:extLst>
              <a:ext uri="{FF2B5EF4-FFF2-40B4-BE49-F238E27FC236}">
                <a16:creationId xmlns:a16="http://schemas.microsoft.com/office/drawing/2014/main" id="{11FE1837-8052-FC09-E8AB-C312C7A1B904}"/>
              </a:ext>
            </a:extLst>
          </p:cNvPr>
          <p:cNvPicPr>
            <a:picLocks noChangeAspect="1"/>
          </p:cNvPicPr>
          <p:nvPr/>
        </p:nvPicPr>
        <p:blipFill>
          <a:blip r:embed="rId2"/>
          <a:stretch>
            <a:fillRect/>
          </a:stretch>
        </p:blipFill>
        <p:spPr>
          <a:xfrm>
            <a:off x="729885" y="1109806"/>
            <a:ext cx="9951870" cy="2631254"/>
          </a:xfrm>
          <a:prstGeom prst="rect">
            <a:avLst/>
          </a:prstGeom>
        </p:spPr>
      </p:pic>
      <p:sp>
        <p:nvSpPr>
          <p:cNvPr id="5" name="Title 1">
            <a:extLst>
              <a:ext uri="{FF2B5EF4-FFF2-40B4-BE49-F238E27FC236}">
                <a16:creationId xmlns:a16="http://schemas.microsoft.com/office/drawing/2014/main" id="{BC183322-800B-94B0-47E2-5D89518745BA}"/>
              </a:ext>
            </a:extLst>
          </p:cNvPr>
          <p:cNvSpPr txBox="1">
            <a:spLocks/>
          </p:cNvSpPr>
          <p:nvPr/>
        </p:nvSpPr>
        <p:spPr>
          <a:xfrm>
            <a:off x="729885" y="3741060"/>
            <a:ext cx="10890929" cy="1097280"/>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a:lstStyle>
          <a:p>
            <a:r>
              <a:rPr lang="en-US" dirty="0"/>
              <a:t>Cross-Domain Multiple Sequence Alignment</a:t>
            </a:r>
          </a:p>
        </p:txBody>
      </p:sp>
      <p:pic>
        <p:nvPicPr>
          <p:cNvPr id="6" name="Picture 5">
            <a:extLst>
              <a:ext uri="{FF2B5EF4-FFF2-40B4-BE49-F238E27FC236}">
                <a16:creationId xmlns:a16="http://schemas.microsoft.com/office/drawing/2014/main" id="{1C1ABAE1-2A9F-3CA9-A0BA-759BD95DA10E}"/>
              </a:ext>
            </a:extLst>
          </p:cNvPr>
          <p:cNvPicPr>
            <a:picLocks noChangeAspect="1"/>
          </p:cNvPicPr>
          <p:nvPr/>
        </p:nvPicPr>
        <p:blipFill>
          <a:blip r:embed="rId3"/>
          <a:srcRect b="45318"/>
          <a:stretch/>
        </p:blipFill>
        <p:spPr>
          <a:xfrm>
            <a:off x="0" y="4473014"/>
            <a:ext cx="12192000" cy="1755250"/>
          </a:xfrm>
          <a:prstGeom prst="rect">
            <a:avLst/>
          </a:prstGeom>
        </p:spPr>
      </p:pic>
    </p:spTree>
    <p:extLst>
      <p:ext uri="{BB962C8B-B14F-4D97-AF65-F5344CB8AC3E}">
        <p14:creationId xmlns:p14="http://schemas.microsoft.com/office/powerpoint/2010/main" val="19166051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93494-4251-95F3-CE1F-078B9DC0A68D}"/>
              </a:ext>
            </a:extLst>
          </p:cNvPr>
          <p:cNvSpPr>
            <a:spLocks noGrp="1"/>
          </p:cNvSpPr>
          <p:nvPr>
            <p:ph type="title"/>
          </p:nvPr>
        </p:nvSpPr>
        <p:spPr>
          <a:xfrm>
            <a:off x="650535" y="250521"/>
            <a:ext cx="10890929" cy="1097280"/>
          </a:xfrm>
        </p:spPr>
        <p:txBody>
          <a:bodyPr/>
          <a:lstStyle/>
          <a:p>
            <a:r>
              <a:rPr lang="en-US" dirty="0"/>
              <a:t>Distance Matrix</a:t>
            </a:r>
          </a:p>
        </p:txBody>
      </p:sp>
      <p:sp>
        <p:nvSpPr>
          <p:cNvPr id="3" name="Rectangle: Rounded Corners 2">
            <a:extLst>
              <a:ext uri="{FF2B5EF4-FFF2-40B4-BE49-F238E27FC236}">
                <a16:creationId xmlns:a16="http://schemas.microsoft.com/office/drawing/2014/main" id="{300F75FA-667D-55A0-E023-07C8224C9778}"/>
              </a:ext>
            </a:extLst>
          </p:cNvPr>
          <p:cNvSpPr/>
          <p:nvPr/>
        </p:nvSpPr>
        <p:spPr>
          <a:xfrm>
            <a:off x="331939" y="4402900"/>
            <a:ext cx="1158658" cy="20793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Continues for the entire matrix, as this is only a portion. The full output can be included in the </a:t>
            </a:r>
            <a:r>
              <a:rPr lang="en-US" sz="1050" dirty="0" err="1"/>
              <a:t>Rmarkdown</a:t>
            </a:r>
            <a:r>
              <a:rPr lang="en-US" sz="1050" dirty="0"/>
              <a:t> included with my submission. </a:t>
            </a:r>
          </a:p>
        </p:txBody>
      </p:sp>
      <p:pic>
        <p:nvPicPr>
          <p:cNvPr id="6" name="Picture 5">
            <a:extLst>
              <a:ext uri="{FF2B5EF4-FFF2-40B4-BE49-F238E27FC236}">
                <a16:creationId xmlns:a16="http://schemas.microsoft.com/office/drawing/2014/main" id="{BA67209C-9D5E-5169-8E01-51973124BE6D}"/>
              </a:ext>
            </a:extLst>
          </p:cNvPr>
          <p:cNvPicPr>
            <a:picLocks noChangeAspect="1"/>
          </p:cNvPicPr>
          <p:nvPr/>
        </p:nvPicPr>
        <p:blipFill>
          <a:blip r:embed="rId2"/>
          <a:stretch>
            <a:fillRect/>
          </a:stretch>
        </p:blipFill>
        <p:spPr>
          <a:xfrm>
            <a:off x="1908313" y="1024586"/>
            <a:ext cx="10159862" cy="5833414"/>
          </a:xfrm>
          <a:prstGeom prst="rect">
            <a:avLst/>
          </a:prstGeom>
        </p:spPr>
      </p:pic>
    </p:spTree>
    <p:extLst>
      <p:ext uri="{BB962C8B-B14F-4D97-AF65-F5344CB8AC3E}">
        <p14:creationId xmlns:p14="http://schemas.microsoft.com/office/powerpoint/2010/main" val="42578073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4F5A4-2FE0-433E-DB79-63C2EC83AEE6}"/>
              </a:ext>
            </a:extLst>
          </p:cNvPr>
          <p:cNvSpPr>
            <a:spLocks noGrp="1"/>
          </p:cNvSpPr>
          <p:nvPr>
            <p:ph type="title"/>
          </p:nvPr>
        </p:nvSpPr>
        <p:spPr>
          <a:xfrm>
            <a:off x="650535" y="225469"/>
            <a:ext cx="10890929" cy="1097280"/>
          </a:xfrm>
        </p:spPr>
        <p:txBody>
          <a:bodyPr/>
          <a:lstStyle/>
          <a:p>
            <a:r>
              <a:rPr lang="en-US" dirty="0"/>
              <a:t>Poisson Correction</a:t>
            </a:r>
          </a:p>
        </p:txBody>
      </p:sp>
      <p:pic>
        <p:nvPicPr>
          <p:cNvPr id="4" name="Picture 3">
            <a:extLst>
              <a:ext uri="{FF2B5EF4-FFF2-40B4-BE49-F238E27FC236}">
                <a16:creationId xmlns:a16="http://schemas.microsoft.com/office/drawing/2014/main" id="{97C23601-AA43-7B5C-3CAA-BEF6D0EC6DB2}"/>
              </a:ext>
            </a:extLst>
          </p:cNvPr>
          <p:cNvPicPr>
            <a:picLocks noChangeAspect="1"/>
          </p:cNvPicPr>
          <p:nvPr/>
        </p:nvPicPr>
        <p:blipFill>
          <a:blip r:embed="rId2"/>
          <a:stretch>
            <a:fillRect/>
          </a:stretch>
        </p:blipFill>
        <p:spPr>
          <a:xfrm>
            <a:off x="463259" y="1765182"/>
            <a:ext cx="11265479" cy="2876698"/>
          </a:xfrm>
          <a:prstGeom prst="rect">
            <a:avLst/>
          </a:prstGeom>
        </p:spPr>
      </p:pic>
      <p:sp>
        <p:nvSpPr>
          <p:cNvPr id="6" name="TextBox 5">
            <a:extLst>
              <a:ext uri="{FF2B5EF4-FFF2-40B4-BE49-F238E27FC236}">
                <a16:creationId xmlns:a16="http://schemas.microsoft.com/office/drawing/2014/main" id="{EC746F7F-EE6E-9C98-E6EE-A72B2F700253}"/>
              </a:ext>
            </a:extLst>
          </p:cNvPr>
          <p:cNvSpPr txBox="1"/>
          <p:nvPr/>
        </p:nvSpPr>
        <p:spPr>
          <a:xfrm>
            <a:off x="463259" y="4555327"/>
            <a:ext cx="6097348" cy="369332"/>
          </a:xfrm>
          <a:prstGeom prst="rect">
            <a:avLst/>
          </a:prstGeom>
          <a:noFill/>
        </p:spPr>
        <p:txBody>
          <a:bodyPr wrap="square">
            <a:spAutoFit/>
          </a:bodyPr>
          <a:lstStyle/>
          <a:p>
            <a:r>
              <a:rPr lang="en-US" dirty="0">
                <a:hlinkClick r:id="rId3"/>
              </a:rPr>
              <a:t>Poisson Correction (PC) distance</a:t>
            </a:r>
            <a:endParaRPr lang="en-US" dirty="0"/>
          </a:p>
        </p:txBody>
      </p:sp>
    </p:spTree>
    <p:extLst>
      <p:ext uri="{BB962C8B-B14F-4D97-AF65-F5344CB8AC3E}">
        <p14:creationId xmlns:p14="http://schemas.microsoft.com/office/powerpoint/2010/main" val="35994611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BA7EFFF-B2C5-B1D5-CC80-6E7F3DB2141E}"/>
              </a:ext>
            </a:extLst>
          </p:cNvPr>
          <p:cNvPicPr>
            <a:picLocks noChangeAspect="1"/>
          </p:cNvPicPr>
          <p:nvPr/>
        </p:nvPicPr>
        <p:blipFill>
          <a:blip r:embed="rId2"/>
          <a:stretch>
            <a:fillRect/>
          </a:stretch>
        </p:blipFill>
        <p:spPr>
          <a:xfrm>
            <a:off x="303713" y="1165074"/>
            <a:ext cx="8561991" cy="5584396"/>
          </a:xfrm>
          <a:prstGeom prst="rect">
            <a:avLst/>
          </a:prstGeom>
        </p:spPr>
      </p:pic>
      <p:sp>
        <p:nvSpPr>
          <p:cNvPr id="2" name="Title 1">
            <a:extLst>
              <a:ext uri="{FF2B5EF4-FFF2-40B4-BE49-F238E27FC236}">
                <a16:creationId xmlns:a16="http://schemas.microsoft.com/office/drawing/2014/main" id="{32000FE3-1019-54C7-F394-7BCBA70E182C}"/>
              </a:ext>
            </a:extLst>
          </p:cNvPr>
          <p:cNvSpPr>
            <a:spLocks noGrp="1"/>
          </p:cNvSpPr>
          <p:nvPr>
            <p:ph type="title"/>
          </p:nvPr>
        </p:nvSpPr>
        <p:spPr>
          <a:xfrm>
            <a:off x="544664" y="178906"/>
            <a:ext cx="10890929" cy="1097280"/>
          </a:xfrm>
        </p:spPr>
        <p:txBody>
          <a:bodyPr/>
          <a:lstStyle/>
          <a:p>
            <a:r>
              <a:rPr lang="en-US" dirty="0"/>
              <a:t>Code for Distance Matrix &amp; PCA</a:t>
            </a:r>
          </a:p>
        </p:txBody>
      </p:sp>
      <p:cxnSp>
        <p:nvCxnSpPr>
          <p:cNvPr id="8" name="Straight Arrow Connector 7">
            <a:extLst>
              <a:ext uri="{FF2B5EF4-FFF2-40B4-BE49-F238E27FC236}">
                <a16:creationId xmlns:a16="http://schemas.microsoft.com/office/drawing/2014/main" id="{B9B4ECCA-36D4-3E8B-0F9C-20FB0BDF22C5}"/>
              </a:ext>
            </a:extLst>
          </p:cNvPr>
          <p:cNvCxnSpPr>
            <a:cxnSpLocks/>
          </p:cNvCxnSpPr>
          <p:nvPr/>
        </p:nvCxnSpPr>
        <p:spPr>
          <a:xfrm flipH="1">
            <a:off x="3645074" y="2718148"/>
            <a:ext cx="5874707" cy="12338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300A4FF4-7813-E146-B1A7-E3B80D65C8AF}"/>
              </a:ext>
            </a:extLst>
          </p:cNvPr>
          <p:cNvSpPr/>
          <p:nvPr/>
        </p:nvSpPr>
        <p:spPr>
          <a:xfrm>
            <a:off x="9795353" y="1456150"/>
            <a:ext cx="1684751" cy="19728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Create a data frame with the first and second principal component scores for each sequence, labelled with the row names from the distance matrix</a:t>
            </a:r>
          </a:p>
        </p:txBody>
      </p:sp>
      <p:cxnSp>
        <p:nvCxnSpPr>
          <p:cNvPr id="11" name="Straight Arrow Connector 10">
            <a:extLst>
              <a:ext uri="{FF2B5EF4-FFF2-40B4-BE49-F238E27FC236}">
                <a16:creationId xmlns:a16="http://schemas.microsoft.com/office/drawing/2014/main" id="{4EBE03A9-5AAA-DD0D-F366-879A9EE5A273}"/>
              </a:ext>
            </a:extLst>
          </p:cNvPr>
          <p:cNvCxnSpPr>
            <a:cxnSpLocks/>
          </p:cNvCxnSpPr>
          <p:nvPr/>
        </p:nvCxnSpPr>
        <p:spPr>
          <a:xfrm flipH="1">
            <a:off x="5892826" y="4773369"/>
            <a:ext cx="3745826" cy="7629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DA3F094E-8FDC-8936-470F-B31151C7EC6B}"/>
              </a:ext>
            </a:extLst>
          </p:cNvPr>
          <p:cNvSpPr/>
          <p:nvPr/>
        </p:nvSpPr>
        <p:spPr>
          <a:xfrm>
            <a:off x="9947753" y="3883068"/>
            <a:ext cx="1684751" cy="2335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Create a dot plot with PC1 and PC2 as x and y axes, with sequence IDs as labels. Format by avoiding overlapping text, label the aces and the title, and use blue dots for each point.</a:t>
            </a:r>
          </a:p>
        </p:txBody>
      </p:sp>
    </p:spTree>
    <p:extLst>
      <p:ext uri="{BB962C8B-B14F-4D97-AF65-F5344CB8AC3E}">
        <p14:creationId xmlns:p14="http://schemas.microsoft.com/office/powerpoint/2010/main" val="40963463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6782A-8D8C-078D-D1B9-C47B05ECBC8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40AE7D0-076C-CD7F-4220-B9B054CBEBED}"/>
              </a:ext>
            </a:extLst>
          </p:cNvPr>
          <p:cNvPicPr>
            <a:picLocks noChangeAspect="1"/>
          </p:cNvPicPr>
          <p:nvPr/>
        </p:nvPicPr>
        <p:blipFill>
          <a:blip r:embed="rId2"/>
          <a:stretch>
            <a:fillRect/>
          </a:stretch>
        </p:blipFill>
        <p:spPr>
          <a:xfrm>
            <a:off x="375439" y="994494"/>
            <a:ext cx="11441122" cy="4963218"/>
          </a:xfrm>
          <a:prstGeom prst="rect">
            <a:avLst/>
          </a:prstGeom>
        </p:spPr>
      </p:pic>
      <p:sp>
        <p:nvSpPr>
          <p:cNvPr id="2" name="Title 1">
            <a:extLst>
              <a:ext uri="{FF2B5EF4-FFF2-40B4-BE49-F238E27FC236}">
                <a16:creationId xmlns:a16="http://schemas.microsoft.com/office/drawing/2014/main" id="{A502DEAA-FC23-DE08-33EF-57A0B0F86C3E}"/>
              </a:ext>
            </a:extLst>
          </p:cNvPr>
          <p:cNvSpPr>
            <a:spLocks noGrp="1"/>
          </p:cNvSpPr>
          <p:nvPr>
            <p:ph type="title"/>
          </p:nvPr>
        </p:nvSpPr>
        <p:spPr>
          <a:xfrm>
            <a:off x="544664" y="178906"/>
            <a:ext cx="10890929" cy="1097280"/>
          </a:xfrm>
        </p:spPr>
        <p:txBody>
          <a:bodyPr/>
          <a:lstStyle/>
          <a:p>
            <a:r>
              <a:rPr lang="en-US" dirty="0"/>
              <a:t>Code for Phylogenetic Tree &amp; Bootstrapping</a:t>
            </a:r>
          </a:p>
        </p:txBody>
      </p:sp>
      <p:cxnSp>
        <p:nvCxnSpPr>
          <p:cNvPr id="8" name="Straight Arrow Connector 7">
            <a:extLst>
              <a:ext uri="{FF2B5EF4-FFF2-40B4-BE49-F238E27FC236}">
                <a16:creationId xmlns:a16="http://schemas.microsoft.com/office/drawing/2014/main" id="{6809AB7F-9641-B6F3-78BD-5F7A3CF0B33D}"/>
              </a:ext>
            </a:extLst>
          </p:cNvPr>
          <p:cNvCxnSpPr>
            <a:cxnSpLocks/>
            <a:stCxn id="10" idx="1"/>
          </p:cNvCxnSpPr>
          <p:nvPr/>
        </p:nvCxnSpPr>
        <p:spPr>
          <a:xfrm flipH="1">
            <a:off x="5392455" y="867868"/>
            <a:ext cx="5070952" cy="13013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EB2D5911-2531-674B-0DF7-6DD2010AE398}"/>
              </a:ext>
            </a:extLst>
          </p:cNvPr>
          <p:cNvSpPr/>
          <p:nvPr/>
        </p:nvSpPr>
        <p:spPr>
          <a:xfrm>
            <a:off x="10463407" y="178906"/>
            <a:ext cx="1684751" cy="13779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Construct and plot a phylogenetic tree from a distance matrix using the UPGMA method</a:t>
            </a:r>
          </a:p>
        </p:txBody>
      </p:sp>
      <p:cxnSp>
        <p:nvCxnSpPr>
          <p:cNvPr id="11" name="Straight Arrow Connector 10">
            <a:extLst>
              <a:ext uri="{FF2B5EF4-FFF2-40B4-BE49-F238E27FC236}">
                <a16:creationId xmlns:a16="http://schemas.microsoft.com/office/drawing/2014/main" id="{D9B8256E-251A-EF8A-719B-3408192C9EDA}"/>
              </a:ext>
            </a:extLst>
          </p:cNvPr>
          <p:cNvCxnSpPr>
            <a:cxnSpLocks/>
          </p:cNvCxnSpPr>
          <p:nvPr/>
        </p:nvCxnSpPr>
        <p:spPr>
          <a:xfrm flipH="1" flipV="1">
            <a:off x="9212893" y="2361156"/>
            <a:ext cx="1250514" cy="52331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76C8228C-B144-96F6-722A-7AE309F4381C}"/>
              </a:ext>
            </a:extLst>
          </p:cNvPr>
          <p:cNvSpPr/>
          <p:nvPr/>
        </p:nvSpPr>
        <p:spPr>
          <a:xfrm>
            <a:off x="10463407" y="1863602"/>
            <a:ext cx="1841327" cy="204173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Perform bootstrapping on the initial phylogenetic tree from the distance matrix. FUN gives a custom function to convert the bootstrapped sequences into a distance matrix, and build a tree. 100 iterations are performed. </a:t>
            </a:r>
          </a:p>
        </p:txBody>
      </p:sp>
      <p:cxnSp>
        <p:nvCxnSpPr>
          <p:cNvPr id="6" name="Straight Arrow Connector 5">
            <a:extLst>
              <a:ext uri="{FF2B5EF4-FFF2-40B4-BE49-F238E27FC236}">
                <a16:creationId xmlns:a16="http://schemas.microsoft.com/office/drawing/2014/main" id="{ED4FD00C-3E19-6C76-F856-D4C42998B580}"/>
              </a:ext>
            </a:extLst>
          </p:cNvPr>
          <p:cNvCxnSpPr>
            <a:cxnSpLocks/>
          </p:cNvCxnSpPr>
          <p:nvPr/>
        </p:nvCxnSpPr>
        <p:spPr>
          <a:xfrm flipH="1" flipV="1">
            <a:off x="8925551" y="3705258"/>
            <a:ext cx="975775" cy="73152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9" name="Rectangle: Rounded Corners 8">
            <a:extLst>
              <a:ext uri="{FF2B5EF4-FFF2-40B4-BE49-F238E27FC236}">
                <a16:creationId xmlns:a16="http://schemas.microsoft.com/office/drawing/2014/main" id="{FD49E07E-3398-2776-DD6F-EDE04F5C503A}"/>
              </a:ext>
            </a:extLst>
          </p:cNvPr>
          <p:cNvSpPr/>
          <p:nvPr/>
        </p:nvSpPr>
        <p:spPr>
          <a:xfrm>
            <a:off x="9901612" y="3995098"/>
            <a:ext cx="2177441" cy="12059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Build a consensus tree from the 100 bootstrap trees. A branch must be in at least 39% of trees to be included. Return a rooted tree, with the bootstrap values (</a:t>
            </a:r>
            <a:r>
              <a:rPr lang="en-US" sz="1100" dirty="0" err="1"/>
              <a:t>addConfidences</a:t>
            </a:r>
            <a:r>
              <a:rPr lang="en-US" sz="1100" dirty="0"/>
              <a:t>) as labels.</a:t>
            </a:r>
          </a:p>
        </p:txBody>
      </p:sp>
      <p:sp>
        <p:nvSpPr>
          <p:cNvPr id="15" name="Rectangle: Rounded Corners 14">
            <a:extLst>
              <a:ext uri="{FF2B5EF4-FFF2-40B4-BE49-F238E27FC236}">
                <a16:creationId xmlns:a16="http://schemas.microsoft.com/office/drawing/2014/main" id="{D495D9C1-83B0-8381-4E15-2D945E7C2B7B}"/>
              </a:ext>
            </a:extLst>
          </p:cNvPr>
          <p:cNvSpPr/>
          <p:nvPr/>
        </p:nvSpPr>
        <p:spPr>
          <a:xfrm>
            <a:off x="2549045" y="952359"/>
            <a:ext cx="1922747" cy="7703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Set a seed for reproducibility since bootstrapping requires a random process.</a:t>
            </a:r>
          </a:p>
        </p:txBody>
      </p:sp>
      <p:cxnSp>
        <p:nvCxnSpPr>
          <p:cNvPr id="16" name="Straight Arrow Connector 15">
            <a:extLst>
              <a:ext uri="{FF2B5EF4-FFF2-40B4-BE49-F238E27FC236}">
                <a16:creationId xmlns:a16="http://schemas.microsoft.com/office/drawing/2014/main" id="{1505CC61-C37A-B513-1CFB-E6C110399036}"/>
              </a:ext>
            </a:extLst>
          </p:cNvPr>
          <p:cNvCxnSpPr>
            <a:cxnSpLocks/>
            <a:stCxn id="15" idx="1"/>
          </p:cNvCxnSpPr>
          <p:nvPr/>
        </p:nvCxnSpPr>
        <p:spPr>
          <a:xfrm flipH="1">
            <a:off x="1405003" y="1337534"/>
            <a:ext cx="1144042" cy="24433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CC50B4A6-A22A-06CB-751E-C56D19302CF6}"/>
              </a:ext>
            </a:extLst>
          </p:cNvPr>
          <p:cNvSpPr/>
          <p:nvPr/>
        </p:nvSpPr>
        <p:spPr>
          <a:xfrm>
            <a:off x="9789090" y="5774499"/>
            <a:ext cx="2027471" cy="9558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Repeat process with the neighbor-joining method and a threshold of 45%.</a:t>
            </a:r>
          </a:p>
        </p:txBody>
      </p:sp>
      <p:cxnSp>
        <p:nvCxnSpPr>
          <p:cNvPr id="19" name="Straight Arrow Connector 18">
            <a:extLst>
              <a:ext uri="{FF2B5EF4-FFF2-40B4-BE49-F238E27FC236}">
                <a16:creationId xmlns:a16="http://schemas.microsoft.com/office/drawing/2014/main" id="{6CFB3DC6-AB83-E373-5395-4235BE375E64}"/>
              </a:ext>
            </a:extLst>
          </p:cNvPr>
          <p:cNvCxnSpPr>
            <a:cxnSpLocks/>
          </p:cNvCxnSpPr>
          <p:nvPr/>
        </p:nvCxnSpPr>
        <p:spPr>
          <a:xfrm flipH="1" flipV="1">
            <a:off x="8862375" y="5718578"/>
            <a:ext cx="975775" cy="73152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19838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9565D-1055-F832-7B7E-6D2CF0B2AC17}"/>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F4F1CBEE-CF0B-C319-A7B4-624318C1DDC3}"/>
              </a:ext>
            </a:extLst>
          </p:cNvPr>
          <p:cNvPicPr>
            <a:picLocks noChangeAspect="1"/>
          </p:cNvPicPr>
          <p:nvPr/>
        </p:nvPicPr>
        <p:blipFill>
          <a:blip r:embed="rId2"/>
          <a:stretch>
            <a:fillRect/>
          </a:stretch>
        </p:blipFill>
        <p:spPr>
          <a:xfrm>
            <a:off x="227554" y="1199234"/>
            <a:ext cx="10336067" cy="1609950"/>
          </a:xfrm>
          <a:prstGeom prst="rect">
            <a:avLst/>
          </a:prstGeom>
        </p:spPr>
      </p:pic>
      <p:pic>
        <p:nvPicPr>
          <p:cNvPr id="16" name="Picture 15">
            <a:extLst>
              <a:ext uri="{FF2B5EF4-FFF2-40B4-BE49-F238E27FC236}">
                <a16:creationId xmlns:a16="http://schemas.microsoft.com/office/drawing/2014/main" id="{3CBCCBFE-0897-5F21-875E-9A1F9BEEC014}"/>
              </a:ext>
            </a:extLst>
          </p:cNvPr>
          <p:cNvPicPr>
            <a:picLocks noChangeAspect="1"/>
          </p:cNvPicPr>
          <p:nvPr/>
        </p:nvPicPr>
        <p:blipFill>
          <a:blip r:embed="rId3"/>
          <a:stretch>
            <a:fillRect/>
          </a:stretch>
        </p:blipFill>
        <p:spPr>
          <a:xfrm>
            <a:off x="151570" y="2985533"/>
            <a:ext cx="9882976" cy="443467"/>
          </a:xfrm>
          <a:prstGeom prst="rect">
            <a:avLst/>
          </a:prstGeom>
        </p:spPr>
      </p:pic>
      <p:sp>
        <p:nvSpPr>
          <p:cNvPr id="2" name="Title 1">
            <a:extLst>
              <a:ext uri="{FF2B5EF4-FFF2-40B4-BE49-F238E27FC236}">
                <a16:creationId xmlns:a16="http://schemas.microsoft.com/office/drawing/2014/main" id="{EF4DA9C9-1932-7337-0678-A6AFC920FE51}"/>
              </a:ext>
            </a:extLst>
          </p:cNvPr>
          <p:cNvSpPr>
            <a:spLocks noGrp="1"/>
          </p:cNvSpPr>
          <p:nvPr>
            <p:ph type="title"/>
          </p:nvPr>
        </p:nvSpPr>
        <p:spPr>
          <a:xfrm>
            <a:off x="544664" y="178906"/>
            <a:ext cx="10890929" cy="1097280"/>
          </a:xfrm>
        </p:spPr>
        <p:txBody>
          <a:bodyPr/>
          <a:lstStyle/>
          <a:p>
            <a:r>
              <a:rPr lang="en-US" dirty="0"/>
              <a:t>Code for GC Content Analysis</a:t>
            </a:r>
          </a:p>
        </p:txBody>
      </p:sp>
      <p:cxnSp>
        <p:nvCxnSpPr>
          <p:cNvPr id="8" name="Straight Arrow Connector 7">
            <a:extLst>
              <a:ext uri="{FF2B5EF4-FFF2-40B4-BE49-F238E27FC236}">
                <a16:creationId xmlns:a16="http://schemas.microsoft.com/office/drawing/2014/main" id="{E2C82917-4962-320A-33F9-2CA7B65767EE}"/>
              </a:ext>
            </a:extLst>
          </p:cNvPr>
          <p:cNvCxnSpPr>
            <a:cxnSpLocks/>
          </p:cNvCxnSpPr>
          <p:nvPr/>
        </p:nvCxnSpPr>
        <p:spPr>
          <a:xfrm flipH="1">
            <a:off x="9269260" y="1955600"/>
            <a:ext cx="2066795" cy="47730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633CCB95-7403-09C2-49BE-63643FC5B11E}"/>
              </a:ext>
            </a:extLst>
          </p:cNvPr>
          <p:cNvSpPr/>
          <p:nvPr/>
        </p:nvSpPr>
        <p:spPr>
          <a:xfrm>
            <a:off x="10353524" y="178907"/>
            <a:ext cx="1684751" cy="18253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Load sequences into </a:t>
            </a:r>
            <a:r>
              <a:rPr lang="en-US" sz="1200" dirty="0" err="1"/>
              <a:t>DNAStringSet</a:t>
            </a:r>
            <a:r>
              <a:rPr lang="en-US" sz="1200" dirty="0"/>
              <a:t> object. Call </a:t>
            </a:r>
            <a:r>
              <a:rPr lang="en-US" sz="1200" dirty="0" err="1"/>
              <a:t>letterFrequency</a:t>
            </a:r>
            <a:r>
              <a:rPr lang="en-US" sz="1200" dirty="0"/>
              <a:t>, focusing on letters G and C, on the DNA  sequences, and store as proportion.</a:t>
            </a:r>
          </a:p>
        </p:txBody>
      </p:sp>
      <p:sp>
        <p:nvSpPr>
          <p:cNvPr id="13" name="Rectangle: Rounded Corners 12">
            <a:extLst>
              <a:ext uri="{FF2B5EF4-FFF2-40B4-BE49-F238E27FC236}">
                <a16:creationId xmlns:a16="http://schemas.microsoft.com/office/drawing/2014/main" id="{77381DEA-17B4-22EC-C7F4-2671F1723EBC}"/>
              </a:ext>
            </a:extLst>
          </p:cNvPr>
          <p:cNvSpPr/>
          <p:nvPr/>
        </p:nvSpPr>
        <p:spPr>
          <a:xfrm>
            <a:off x="10210791" y="2633034"/>
            <a:ext cx="2090522" cy="19264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The columns in the GC Content Matrix are G% and C%, so we add the two using </a:t>
            </a:r>
            <a:r>
              <a:rPr lang="en-US" sz="1200" dirty="0" err="1"/>
              <a:t>rowSums</a:t>
            </a:r>
            <a:r>
              <a:rPr lang="en-US" sz="1200" dirty="0"/>
              <a:t> to get the GC% for each sequence. Store as its own object, and print. Include the statistical summary.</a:t>
            </a:r>
          </a:p>
        </p:txBody>
      </p:sp>
      <p:cxnSp>
        <p:nvCxnSpPr>
          <p:cNvPr id="6" name="Straight Arrow Connector 5">
            <a:extLst>
              <a:ext uri="{FF2B5EF4-FFF2-40B4-BE49-F238E27FC236}">
                <a16:creationId xmlns:a16="http://schemas.microsoft.com/office/drawing/2014/main" id="{72083A50-2546-910C-D9C4-E06488CA267B}"/>
              </a:ext>
            </a:extLst>
          </p:cNvPr>
          <p:cNvCxnSpPr>
            <a:cxnSpLocks/>
          </p:cNvCxnSpPr>
          <p:nvPr/>
        </p:nvCxnSpPr>
        <p:spPr>
          <a:xfrm flipH="1">
            <a:off x="8129706" y="2639583"/>
            <a:ext cx="2989568"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9" name="Rectangle: Rounded Corners 8">
            <a:extLst>
              <a:ext uri="{FF2B5EF4-FFF2-40B4-BE49-F238E27FC236}">
                <a16:creationId xmlns:a16="http://schemas.microsoft.com/office/drawing/2014/main" id="{B5690231-DC87-F454-F81A-C0E7F8DF1E90}"/>
              </a:ext>
            </a:extLst>
          </p:cNvPr>
          <p:cNvSpPr/>
          <p:nvPr/>
        </p:nvSpPr>
        <p:spPr>
          <a:xfrm>
            <a:off x="3457186" y="4369773"/>
            <a:ext cx="3876802" cy="13800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Each of the sequences’ GC content as a proportion of their total nucleotides is represented. </a:t>
            </a:r>
          </a:p>
          <a:p>
            <a:pPr algn="ctr"/>
            <a:r>
              <a:rPr lang="en-US" sz="1200" dirty="0"/>
              <a:t>Median = 0.4495</a:t>
            </a:r>
          </a:p>
          <a:p>
            <a:pPr algn="ctr"/>
            <a:r>
              <a:rPr lang="en-US" sz="1200" dirty="0"/>
              <a:t>Mean = 0.4667</a:t>
            </a:r>
          </a:p>
          <a:p>
            <a:pPr algn="ctr"/>
            <a:r>
              <a:rPr lang="en-US" sz="1200" dirty="0"/>
              <a:t>Range = [0.3082, 0.6166]</a:t>
            </a:r>
          </a:p>
          <a:p>
            <a:pPr algn="ctr"/>
            <a:r>
              <a:rPr lang="en-US" sz="1200" dirty="0"/>
              <a:t>Only one sequence is particularly GC-rich.</a:t>
            </a:r>
          </a:p>
        </p:txBody>
      </p:sp>
      <p:cxnSp>
        <p:nvCxnSpPr>
          <p:cNvPr id="18" name="Straight Arrow Connector 17">
            <a:extLst>
              <a:ext uri="{FF2B5EF4-FFF2-40B4-BE49-F238E27FC236}">
                <a16:creationId xmlns:a16="http://schemas.microsoft.com/office/drawing/2014/main" id="{95304D3C-F764-712E-01D0-2A05A8ED0CAB}"/>
              </a:ext>
            </a:extLst>
          </p:cNvPr>
          <p:cNvCxnSpPr>
            <a:cxnSpLocks/>
          </p:cNvCxnSpPr>
          <p:nvPr/>
        </p:nvCxnSpPr>
        <p:spPr>
          <a:xfrm flipV="1">
            <a:off x="5282124" y="3429000"/>
            <a:ext cx="0" cy="94077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82314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E7857-4619-1DA5-DEC7-7BDA7F7E490F}"/>
              </a:ext>
            </a:extLst>
          </p:cNvPr>
          <p:cNvSpPr>
            <a:spLocks noGrp="1"/>
          </p:cNvSpPr>
          <p:nvPr>
            <p:ph type="title"/>
          </p:nvPr>
        </p:nvSpPr>
        <p:spPr>
          <a:xfrm>
            <a:off x="564923" y="150313"/>
            <a:ext cx="10890929" cy="1097280"/>
          </a:xfrm>
        </p:spPr>
        <p:txBody>
          <a:bodyPr/>
          <a:lstStyle/>
          <a:p>
            <a:r>
              <a:rPr lang="en-US" dirty="0"/>
              <a:t>Code for GC Content Analysis</a:t>
            </a:r>
          </a:p>
        </p:txBody>
      </p:sp>
      <p:pic>
        <p:nvPicPr>
          <p:cNvPr id="4" name="Picture 3">
            <a:extLst>
              <a:ext uri="{FF2B5EF4-FFF2-40B4-BE49-F238E27FC236}">
                <a16:creationId xmlns:a16="http://schemas.microsoft.com/office/drawing/2014/main" id="{C480C96E-8C05-0580-7F62-BA5716592774}"/>
              </a:ext>
            </a:extLst>
          </p:cNvPr>
          <p:cNvPicPr>
            <a:picLocks noChangeAspect="1"/>
          </p:cNvPicPr>
          <p:nvPr/>
        </p:nvPicPr>
        <p:blipFill>
          <a:blip r:embed="rId2"/>
          <a:stretch>
            <a:fillRect/>
          </a:stretch>
        </p:blipFill>
        <p:spPr>
          <a:xfrm>
            <a:off x="519533" y="1247593"/>
            <a:ext cx="9850225" cy="3429479"/>
          </a:xfrm>
          <a:prstGeom prst="rect">
            <a:avLst/>
          </a:prstGeom>
        </p:spPr>
      </p:pic>
      <p:sp>
        <p:nvSpPr>
          <p:cNvPr id="3" name="Rectangle: Rounded Corners 2">
            <a:extLst>
              <a:ext uri="{FF2B5EF4-FFF2-40B4-BE49-F238E27FC236}">
                <a16:creationId xmlns:a16="http://schemas.microsoft.com/office/drawing/2014/main" id="{541824DB-96C6-E401-6611-BD20128F500B}"/>
              </a:ext>
            </a:extLst>
          </p:cNvPr>
          <p:cNvSpPr/>
          <p:nvPr/>
        </p:nvSpPr>
        <p:spPr>
          <a:xfrm>
            <a:off x="7760407" y="3711636"/>
            <a:ext cx="3876802" cy="13800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Create a data frame object with the GC% calculated above. Combine the numeric vectors for each group (prokaryotes and eukaryotes). Create a group labelled “Prokaryotes” repeated as many times as there are prokaryotic sequences (entries in GC% object), and do the same for “Eukaryotes”. </a:t>
            </a:r>
          </a:p>
        </p:txBody>
      </p:sp>
      <p:sp>
        <p:nvSpPr>
          <p:cNvPr id="7" name="Rectangle: Rounded Corners 6">
            <a:extLst>
              <a:ext uri="{FF2B5EF4-FFF2-40B4-BE49-F238E27FC236}">
                <a16:creationId xmlns:a16="http://schemas.microsoft.com/office/drawing/2014/main" id="{890D0B0F-3B1B-5A95-C973-7527F8FC6600}"/>
              </a:ext>
            </a:extLst>
          </p:cNvPr>
          <p:cNvSpPr/>
          <p:nvPr/>
        </p:nvSpPr>
        <p:spPr>
          <a:xfrm>
            <a:off x="10353524" y="178906"/>
            <a:ext cx="1684751" cy="28575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Load sequences into </a:t>
            </a:r>
            <a:r>
              <a:rPr lang="en-US" sz="1200" dirty="0" err="1"/>
              <a:t>DNAStringSet</a:t>
            </a:r>
            <a:r>
              <a:rPr lang="en-US" sz="1200" dirty="0"/>
              <a:t> object – one for prokaryotic sequences, one for eukaryotic sequences. Call </a:t>
            </a:r>
            <a:r>
              <a:rPr lang="en-US" sz="1200" dirty="0" err="1"/>
              <a:t>letterFrequency</a:t>
            </a:r>
            <a:r>
              <a:rPr lang="en-US" sz="1200" dirty="0"/>
              <a:t>, focusing on letters G and C, on the DNA  sequences, and scale by 100 for percentage.</a:t>
            </a:r>
          </a:p>
        </p:txBody>
      </p:sp>
      <p:cxnSp>
        <p:nvCxnSpPr>
          <p:cNvPr id="8" name="Straight Arrow Connector 7">
            <a:extLst>
              <a:ext uri="{FF2B5EF4-FFF2-40B4-BE49-F238E27FC236}">
                <a16:creationId xmlns:a16="http://schemas.microsoft.com/office/drawing/2014/main" id="{7FA23E23-1456-72B7-5AF4-A4ACA7342DEC}"/>
              </a:ext>
            </a:extLst>
          </p:cNvPr>
          <p:cNvCxnSpPr>
            <a:cxnSpLocks/>
          </p:cNvCxnSpPr>
          <p:nvPr/>
        </p:nvCxnSpPr>
        <p:spPr>
          <a:xfrm flipH="1">
            <a:off x="8665411" y="1590576"/>
            <a:ext cx="2066795" cy="47730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EE439D6-FBAC-F330-07A3-62D07C1A58D2}"/>
              </a:ext>
            </a:extLst>
          </p:cNvPr>
          <p:cNvCxnSpPr>
            <a:cxnSpLocks/>
            <a:stCxn id="3" idx="1"/>
          </p:cNvCxnSpPr>
          <p:nvPr/>
        </p:nvCxnSpPr>
        <p:spPr>
          <a:xfrm flipH="1" flipV="1">
            <a:off x="6663335" y="3047386"/>
            <a:ext cx="1097072" cy="135425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7ED2C9C2-CCD0-85C0-3F37-CBCA92365719}"/>
              </a:ext>
            </a:extLst>
          </p:cNvPr>
          <p:cNvSpPr/>
          <p:nvPr/>
        </p:nvSpPr>
        <p:spPr>
          <a:xfrm>
            <a:off x="4205103" y="5136505"/>
            <a:ext cx="3876802" cy="13800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Plot the information in the data frame as a boxplot, where the x-axis is the group defined in the data frame, and the y-axis is the GC content defined in the data frame. Scale to be on a y-axis of </a:t>
            </a:r>
            <a:r>
              <a:rPr lang="en-US" sz="1200" dirty="0" err="1"/>
              <a:t>of</a:t>
            </a:r>
            <a:r>
              <a:rPr lang="en-US" sz="1200" dirty="0"/>
              <a:t> 0 to 100 (%) to create a fair visualization. Then perform a t-test.</a:t>
            </a:r>
          </a:p>
        </p:txBody>
      </p:sp>
      <p:cxnSp>
        <p:nvCxnSpPr>
          <p:cNvPr id="12" name="Straight Arrow Connector 11">
            <a:extLst>
              <a:ext uri="{FF2B5EF4-FFF2-40B4-BE49-F238E27FC236}">
                <a16:creationId xmlns:a16="http://schemas.microsoft.com/office/drawing/2014/main" id="{B5373AA7-BF6D-43E8-6B2C-BDEB2D8AE738}"/>
              </a:ext>
            </a:extLst>
          </p:cNvPr>
          <p:cNvCxnSpPr>
            <a:cxnSpLocks/>
          </p:cNvCxnSpPr>
          <p:nvPr/>
        </p:nvCxnSpPr>
        <p:spPr>
          <a:xfrm flipH="1" flipV="1">
            <a:off x="5148727" y="3782246"/>
            <a:ext cx="1097072" cy="135425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45085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BB26F-C633-B95A-5651-63B3C001DB8F}"/>
              </a:ext>
            </a:extLst>
          </p:cNvPr>
          <p:cNvSpPr>
            <a:spLocks noGrp="1"/>
          </p:cNvSpPr>
          <p:nvPr>
            <p:ph type="title"/>
          </p:nvPr>
        </p:nvSpPr>
        <p:spPr>
          <a:xfrm>
            <a:off x="650535" y="258418"/>
            <a:ext cx="10890929" cy="1097280"/>
          </a:xfrm>
        </p:spPr>
        <p:txBody>
          <a:bodyPr/>
          <a:lstStyle/>
          <a:p>
            <a:r>
              <a:rPr lang="en-US" dirty="0"/>
              <a:t>Code for Codon Usage Bias </a:t>
            </a:r>
          </a:p>
        </p:txBody>
      </p:sp>
      <p:pic>
        <p:nvPicPr>
          <p:cNvPr id="4" name="Picture 3">
            <a:extLst>
              <a:ext uri="{FF2B5EF4-FFF2-40B4-BE49-F238E27FC236}">
                <a16:creationId xmlns:a16="http://schemas.microsoft.com/office/drawing/2014/main" id="{ED52BD11-D536-D385-0979-2E13C05D37BA}"/>
              </a:ext>
            </a:extLst>
          </p:cNvPr>
          <p:cNvPicPr>
            <a:picLocks noChangeAspect="1"/>
          </p:cNvPicPr>
          <p:nvPr/>
        </p:nvPicPr>
        <p:blipFill>
          <a:blip r:embed="rId2"/>
          <a:stretch>
            <a:fillRect/>
          </a:stretch>
        </p:blipFill>
        <p:spPr>
          <a:xfrm>
            <a:off x="650535" y="1257952"/>
            <a:ext cx="8658347" cy="5600048"/>
          </a:xfrm>
          <a:prstGeom prst="rect">
            <a:avLst/>
          </a:prstGeom>
        </p:spPr>
      </p:pic>
      <p:sp>
        <p:nvSpPr>
          <p:cNvPr id="5" name="Rectangle: Rounded Corners 4">
            <a:extLst>
              <a:ext uri="{FF2B5EF4-FFF2-40B4-BE49-F238E27FC236}">
                <a16:creationId xmlns:a16="http://schemas.microsoft.com/office/drawing/2014/main" id="{F218B04F-230D-7D8E-36CD-DA885B831D05}"/>
              </a:ext>
            </a:extLst>
          </p:cNvPr>
          <p:cNvSpPr/>
          <p:nvPr/>
        </p:nvSpPr>
        <p:spPr>
          <a:xfrm>
            <a:off x="7701331" y="160067"/>
            <a:ext cx="1607551" cy="119623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Read CDS FASTA files for each eukaryotic and prokaryotic sequences, and convert to string of characters.</a:t>
            </a:r>
          </a:p>
        </p:txBody>
      </p:sp>
      <p:cxnSp>
        <p:nvCxnSpPr>
          <p:cNvPr id="7" name="Straight Arrow Connector 6">
            <a:extLst>
              <a:ext uri="{FF2B5EF4-FFF2-40B4-BE49-F238E27FC236}">
                <a16:creationId xmlns:a16="http://schemas.microsoft.com/office/drawing/2014/main" id="{C70FA5C7-8B55-F66D-EE2E-C3B1BC80A36C}"/>
              </a:ext>
            </a:extLst>
          </p:cNvPr>
          <p:cNvCxnSpPr/>
          <p:nvPr/>
        </p:nvCxnSpPr>
        <p:spPr>
          <a:xfrm>
            <a:off x="8530225" y="1355698"/>
            <a:ext cx="0" cy="48562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451A6D9A-EEDB-5859-0451-F9D5359E96FF}"/>
              </a:ext>
            </a:extLst>
          </p:cNvPr>
          <p:cNvSpPr/>
          <p:nvPr/>
        </p:nvSpPr>
        <p:spPr>
          <a:xfrm>
            <a:off x="9933913" y="938768"/>
            <a:ext cx="1921972" cy="206121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“Clean” sequences (help correct errors and put in right format for </a:t>
            </a:r>
            <a:r>
              <a:rPr lang="en-US" sz="1100" dirty="0" err="1"/>
              <a:t>cubar</a:t>
            </a:r>
            <a:r>
              <a:rPr lang="en-US" sz="1100" dirty="0"/>
              <a:t> functions). Convert to all uppercase and filter out any sequences whose length isn’t a multiple of 3 (number for codon).</a:t>
            </a:r>
          </a:p>
          <a:p>
            <a:pPr algn="ctr"/>
            <a:r>
              <a:rPr lang="en-US" sz="1100" dirty="0"/>
              <a:t>Apply the function to the </a:t>
            </a:r>
            <a:r>
              <a:rPr lang="en-US" sz="1100" dirty="0" err="1"/>
              <a:t>DNAStringSet</a:t>
            </a:r>
            <a:r>
              <a:rPr lang="en-US" sz="1100" dirty="0"/>
              <a:t> objects.</a:t>
            </a:r>
          </a:p>
        </p:txBody>
      </p:sp>
      <p:cxnSp>
        <p:nvCxnSpPr>
          <p:cNvPr id="9" name="Straight Arrow Connector 8">
            <a:extLst>
              <a:ext uri="{FF2B5EF4-FFF2-40B4-BE49-F238E27FC236}">
                <a16:creationId xmlns:a16="http://schemas.microsoft.com/office/drawing/2014/main" id="{67462AA5-4A38-9450-70FC-288C85459920}"/>
              </a:ext>
            </a:extLst>
          </p:cNvPr>
          <p:cNvCxnSpPr>
            <a:cxnSpLocks/>
            <a:stCxn id="8" idx="1"/>
          </p:cNvCxnSpPr>
          <p:nvPr/>
        </p:nvCxnSpPr>
        <p:spPr>
          <a:xfrm flipH="1">
            <a:off x="7022926" y="1969376"/>
            <a:ext cx="2910987" cy="135210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021D2C60-FC09-7C84-D478-A76472C1C88D}"/>
              </a:ext>
            </a:extLst>
          </p:cNvPr>
          <p:cNvSpPr/>
          <p:nvPr/>
        </p:nvSpPr>
        <p:spPr>
          <a:xfrm>
            <a:off x="9397381" y="3536516"/>
            <a:ext cx="2625517" cy="206121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Call </a:t>
            </a:r>
            <a:r>
              <a:rPr lang="en-US" sz="1100" dirty="0" err="1"/>
              <a:t>count_codons</a:t>
            </a:r>
            <a:r>
              <a:rPr lang="en-US" sz="1100" dirty="0"/>
              <a:t> on the cleaned sequences to scan each sequence and create a data frame of how many times each codon appears. Using this information, call </a:t>
            </a:r>
            <a:r>
              <a:rPr lang="en-US" sz="1100" dirty="0" err="1"/>
              <a:t>est_rscu</a:t>
            </a:r>
            <a:r>
              <a:rPr lang="en-US" sz="1100" dirty="0"/>
              <a:t> to compute RSCU and return a data frame. Then merge the two (inner join), and add labels (_</a:t>
            </a:r>
            <a:r>
              <a:rPr lang="en-US" sz="1100" dirty="0" err="1"/>
              <a:t>prok</a:t>
            </a:r>
            <a:r>
              <a:rPr lang="en-US" sz="1100" dirty="0"/>
              <a:t>/_</a:t>
            </a:r>
            <a:r>
              <a:rPr lang="en-US" sz="1100" dirty="0" err="1"/>
              <a:t>euk</a:t>
            </a:r>
            <a:r>
              <a:rPr lang="en-US" sz="1100" dirty="0"/>
              <a:t>) to distinguish the two.</a:t>
            </a:r>
          </a:p>
        </p:txBody>
      </p:sp>
      <p:cxnSp>
        <p:nvCxnSpPr>
          <p:cNvPr id="12" name="Straight Arrow Connector 11">
            <a:extLst>
              <a:ext uri="{FF2B5EF4-FFF2-40B4-BE49-F238E27FC236}">
                <a16:creationId xmlns:a16="http://schemas.microsoft.com/office/drawing/2014/main" id="{5BC6A37C-0B41-2E4C-B5C4-E1B6EB713FF4}"/>
              </a:ext>
            </a:extLst>
          </p:cNvPr>
          <p:cNvCxnSpPr>
            <a:cxnSpLocks/>
          </p:cNvCxnSpPr>
          <p:nvPr/>
        </p:nvCxnSpPr>
        <p:spPr>
          <a:xfrm flipH="1">
            <a:off x="4833776" y="4321019"/>
            <a:ext cx="4563605" cy="30479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75EC6976-C87E-D6E7-6AB6-7E0A1E9DF95A}"/>
              </a:ext>
            </a:extLst>
          </p:cNvPr>
          <p:cNvSpPr/>
          <p:nvPr/>
        </p:nvSpPr>
        <p:spPr>
          <a:xfrm>
            <a:off x="7827453" y="5541346"/>
            <a:ext cx="1661014" cy="11695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Plot the combined RSCU data frame as a dot plot, with labels for each codon. Add a reference line where RSCU = 1. </a:t>
            </a:r>
          </a:p>
        </p:txBody>
      </p:sp>
      <p:cxnSp>
        <p:nvCxnSpPr>
          <p:cNvPr id="15" name="Straight Arrow Connector 14">
            <a:extLst>
              <a:ext uri="{FF2B5EF4-FFF2-40B4-BE49-F238E27FC236}">
                <a16:creationId xmlns:a16="http://schemas.microsoft.com/office/drawing/2014/main" id="{27036B2E-C932-F935-D881-59FB59A53564}"/>
              </a:ext>
            </a:extLst>
          </p:cNvPr>
          <p:cNvCxnSpPr>
            <a:cxnSpLocks/>
            <a:stCxn id="14" idx="1"/>
          </p:cNvCxnSpPr>
          <p:nvPr/>
        </p:nvCxnSpPr>
        <p:spPr>
          <a:xfrm flipH="1">
            <a:off x="6494745" y="6126126"/>
            <a:ext cx="1332708" cy="6173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8163390"/>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5023D16-087F-42DA-A2D5-3335495D985B}">
  <we:reference id="wa200003915" version="2.0.0.0" store="en-US" storeType="OMEX"/>
  <we:alternateReferences>
    <we:reference id="WA200003915"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1108</TotalTime>
  <Words>3810</Words>
  <Application>Microsoft Office PowerPoint</Application>
  <PresentationFormat>Widescreen</PresentationFormat>
  <Paragraphs>291</Paragraphs>
  <Slides>38</Slides>
  <Notes>0</Notes>
  <HiddenSlides>1</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Grandview Display</vt:lpstr>
      <vt:lpstr>Lato</vt:lpstr>
      <vt:lpstr>Roboto Mono Web</vt:lpstr>
      <vt:lpstr>Wingdings</vt:lpstr>
      <vt:lpstr>DashVTI</vt:lpstr>
      <vt:lpstr>Investigating Divergence and Adaptations Between Heat Shock Proteins of Thermophilic Prokaryotes and Mesophilic Eukaryotes</vt:lpstr>
      <vt:lpstr>Extremophiles &amp; HSPs</vt:lpstr>
      <vt:lpstr>Previous Research &amp; Current Investigation</vt:lpstr>
      <vt:lpstr>Organism and Sequence Acquisition</vt:lpstr>
      <vt:lpstr>Organism and Sequence Acquisition</vt:lpstr>
      <vt:lpstr>PSI-BLAST Analysis</vt:lpstr>
      <vt:lpstr>Techniques Used</vt:lpstr>
      <vt:lpstr>Multiple Sequence Alignment, Distance Matrix, and Principal Component Analysis </vt:lpstr>
      <vt:lpstr>R Packages: Biostrings, DECIPHER</vt:lpstr>
      <vt:lpstr>Eukaryotic Multiple Sequence Alignment</vt:lpstr>
      <vt:lpstr>Distance Matrix &amp; Principal Component Analysis</vt:lpstr>
      <vt:lpstr>PowerPoint Presentation</vt:lpstr>
      <vt:lpstr>Phylogenetic Tree Generation</vt:lpstr>
      <vt:lpstr>Phylogenetic Tree Generation &amp; Bootstrapping</vt:lpstr>
      <vt:lpstr>PowerPoint Presentation</vt:lpstr>
      <vt:lpstr>PowerPoint Presentation</vt:lpstr>
      <vt:lpstr>PowerPoint Presentation</vt:lpstr>
      <vt:lpstr>PowerPoint Presentation</vt:lpstr>
      <vt:lpstr>GC Content Analysis</vt:lpstr>
      <vt:lpstr>GC Content Analysis</vt:lpstr>
      <vt:lpstr>Codon Usage Bias</vt:lpstr>
      <vt:lpstr>Relative Synonymous Codon Usage</vt:lpstr>
      <vt:lpstr>PowerPoint Presentation</vt:lpstr>
      <vt:lpstr>Conclusions</vt:lpstr>
      <vt:lpstr>Conclusions</vt:lpstr>
      <vt:lpstr>Future Work</vt:lpstr>
      <vt:lpstr>PowerPoint Presentation</vt:lpstr>
      <vt:lpstr>Bibliography</vt:lpstr>
      <vt:lpstr>Appendix</vt:lpstr>
      <vt:lpstr>PSI-BLAST Results</vt:lpstr>
      <vt:lpstr>Code for Multiple Sequence Alignment</vt:lpstr>
      <vt:lpstr>Distance Matrix</vt:lpstr>
      <vt:lpstr>Poisson Correction</vt:lpstr>
      <vt:lpstr>Code for Distance Matrix &amp; PCA</vt:lpstr>
      <vt:lpstr>Code for Phylogenetic Tree &amp; Bootstrapping</vt:lpstr>
      <vt:lpstr>Code for GC Content Analysis</vt:lpstr>
      <vt:lpstr>Code for GC Content Analysis</vt:lpstr>
      <vt:lpstr>Code for Codon Usage Bias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Sophie Krajmalnik</dc:creator>
  <cp:lastModifiedBy>Sophie Krajmalnik</cp:lastModifiedBy>
  <cp:revision>1</cp:revision>
  <dcterms:created xsi:type="dcterms:W3CDTF">2025-04-28T22:59:32Z</dcterms:created>
  <dcterms:modified xsi:type="dcterms:W3CDTF">2025-05-01T20:09:28Z</dcterms:modified>
</cp:coreProperties>
</file>